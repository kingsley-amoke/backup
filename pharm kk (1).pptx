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_rels/slide19.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6.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21.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17.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6.xml.rels" ContentType="application/vnd.openxmlformats-package.relationships+xml"/>
  <Override PartName="/ppt/slides/_rels/slide22.xml.rels" ContentType="application/vnd.openxmlformats-package.relationships+xml"/>
  <Override PartName="/ppt/slides/_rels/slide4.xml.rels" ContentType="application/vnd.openxmlformats-package.relationships+xml"/>
  <Override PartName="/ppt/slides/_rels/slide15.xml.rels" ContentType="application/vnd.openxmlformats-package.relationships+xml"/>
  <Override PartName="/ppt/slides/slide12.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bg>
      <p:bgPr>
        <a:solidFill>
          <a:srgbClr val="d9d9d9"/>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3" name="PlaceHolder 2"/>
          <p:cNvSpPr>
            <a:spLocks noGrp="1"/>
          </p:cNvSpPr>
          <p:nvPr>
            <p:ph type="ftr" idx="2"/>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3"/>
          <p:cNvSpPr>
            <a:spLocks noGrp="1"/>
          </p:cNvSpPr>
          <p:nvPr>
            <p:ph type="sldNum" idx="3"/>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59F03592-4B5D-4CA5-B51F-DC0CFC94F836}"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5"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Arial"/>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容与标题">
    <p:bg>
      <p:bgPr>
        <a:solidFill>
          <a:srgbClr val="d9d9d9"/>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30000" y="457200"/>
            <a:ext cx="2948400" cy="1599480"/>
          </a:xfrm>
          <a:prstGeom prst="rect">
            <a:avLst/>
          </a:prstGeom>
          <a:noFill/>
          <a:ln w="9360">
            <a:noFill/>
          </a:ln>
        </p:spPr>
        <p:txBody>
          <a:bodyPr lIns="90000" rIns="90000" tIns="45000" bIns="45000" anchor="b">
            <a:noAutofit/>
          </a:bodyPr>
          <a:p>
            <a:pPr indent="0" algn="ctr" defTabSz="914400">
              <a:lnSpc>
                <a:spcPct val="100000"/>
              </a:lnSpc>
              <a:buNone/>
              <a:tabLst>
                <a:tab algn="l" pos="0"/>
              </a:tabLst>
            </a:pPr>
            <a:r>
              <a:rPr b="0" lang="zh-CN" sz="2400" strike="noStrike" u="none">
                <a:solidFill>
                  <a:schemeClr val="dk2"/>
                </a:solidFill>
                <a:effectLst/>
                <a:uFillTx/>
                <a:latin typeface="Arial"/>
                <a:ea typeface="Arial"/>
              </a:rPr>
              <a:t>单击此处编辑母版标题样式</a:t>
            </a:r>
            <a:endParaRPr b="0" lang="en-US" sz="2400" strike="noStrike" u="none">
              <a:solidFill>
                <a:srgbClr val="000000"/>
              </a:solidFill>
              <a:effectLst/>
              <a:uFillTx/>
              <a:latin typeface="Arial"/>
            </a:endParaRPr>
          </a:p>
        </p:txBody>
      </p:sp>
      <p:sp>
        <p:nvSpPr>
          <p:cNvPr id="8" name="PlaceHolder 2"/>
          <p:cNvSpPr>
            <a:spLocks noGrp="1"/>
          </p:cNvSpPr>
          <p:nvPr>
            <p:ph type="body"/>
          </p:nvPr>
        </p:nvSpPr>
        <p:spPr>
          <a:xfrm>
            <a:off x="3887280" y="987480"/>
            <a:ext cx="4628520" cy="4872960"/>
          </a:xfrm>
          <a:prstGeom prst="rect">
            <a:avLst/>
          </a:prstGeom>
          <a:noFill/>
          <a:ln w="9360">
            <a:noFill/>
          </a:ln>
        </p:spPr>
        <p:txBody>
          <a:bodyPr lIns="90000" rIns="90000" tIns="45000" bIns="45000" anchor="t">
            <a:noAutofit/>
          </a:bodyPr>
          <a:p>
            <a:pPr marL="343080" indent="-34308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单击此处编辑母版文本样式</a:t>
            </a:r>
            <a:endParaRPr b="0" lang="en-US" sz="2400" strike="noStrike" u="none">
              <a:solidFill>
                <a:srgbClr val="000000"/>
              </a:solidFill>
              <a:effectLst/>
              <a:uFillTx/>
              <a:latin typeface="Arial"/>
            </a:endParaRPr>
          </a:p>
          <a:p>
            <a:pPr lvl="1" marL="743040" indent="-285840" defTabSz="914400">
              <a:lnSpc>
                <a:spcPct val="100000"/>
              </a:lnSpc>
              <a:spcBef>
                <a:spcPts val="420"/>
              </a:spcBef>
              <a:buClr>
                <a:srgbClr val="000000"/>
              </a:buClr>
              <a:buFont typeface="Symbol" charset="2"/>
              <a:buChar char=""/>
            </a:pPr>
            <a:r>
              <a:rPr b="0" lang="zh-CN" sz="2100" strike="noStrike" u="none">
                <a:solidFill>
                  <a:schemeClr val="dk1"/>
                </a:solidFill>
                <a:effectLst/>
                <a:uFillTx/>
                <a:latin typeface="Arial"/>
                <a:ea typeface="Arial"/>
              </a:rPr>
              <a:t>第二级</a:t>
            </a:r>
            <a:endParaRPr b="0" lang="en-US" sz="2100" strike="noStrike" u="none">
              <a:solidFill>
                <a:srgbClr val="000000"/>
              </a:solidFill>
              <a:effectLst/>
              <a:uFillTx/>
              <a:latin typeface="Arial"/>
            </a:endParaRPr>
          </a:p>
          <a:p>
            <a:pPr lvl="2" marL="1143000" indent="-228600" defTabSz="914400">
              <a:lnSpc>
                <a:spcPct val="100000"/>
              </a:lnSpc>
              <a:spcBef>
                <a:spcPts val="360"/>
              </a:spcBef>
              <a:buClr>
                <a:srgbClr val="000000"/>
              </a:buClr>
              <a:buFont typeface="Symbol" charset="2"/>
              <a:buChar char=""/>
            </a:pPr>
            <a:r>
              <a:rPr b="0" lang="zh-CN" sz="1800" strike="noStrike" u="none">
                <a:solidFill>
                  <a:schemeClr val="dk1"/>
                </a:solidFill>
                <a:effectLst/>
                <a:uFillTx/>
                <a:latin typeface="Arial"/>
                <a:ea typeface="Arial"/>
              </a:rPr>
              <a:t>第三级</a:t>
            </a:r>
            <a:endParaRPr b="0" lang="en-US" sz="1800" strike="noStrike" u="none">
              <a:solidFill>
                <a:srgbClr val="000000"/>
              </a:solidFill>
              <a:effectLst/>
              <a:uFillTx/>
              <a:latin typeface="Arial"/>
            </a:endParaRPr>
          </a:p>
          <a:p>
            <a:pPr lvl="3" marL="1600200" indent="-228600" defTabSz="914400">
              <a:lnSpc>
                <a:spcPct val="100000"/>
              </a:lnSpc>
              <a:spcBef>
                <a:spcPts val="300"/>
              </a:spcBef>
              <a:buClr>
                <a:srgbClr val="000000"/>
              </a:buClr>
              <a:buFont typeface="Symbol" charset="2"/>
              <a:buChar char=""/>
            </a:pPr>
            <a:r>
              <a:rPr b="0" lang="zh-CN" sz="1500" strike="noStrike" u="none">
                <a:solidFill>
                  <a:schemeClr val="dk1"/>
                </a:solidFill>
                <a:effectLst/>
                <a:uFillTx/>
                <a:latin typeface="Arial"/>
                <a:ea typeface="Arial"/>
              </a:rPr>
              <a:t>第四级</a:t>
            </a:r>
            <a:endParaRPr b="0" lang="en-US" sz="1500" strike="noStrike" u="none">
              <a:solidFill>
                <a:srgbClr val="000000"/>
              </a:solidFill>
              <a:effectLst/>
              <a:uFillTx/>
              <a:latin typeface="Arial"/>
            </a:endParaRPr>
          </a:p>
          <a:p>
            <a:pPr lvl="4" marL="2057400" indent="-228600" defTabSz="914400">
              <a:lnSpc>
                <a:spcPct val="100000"/>
              </a:lnSpc>
              <a:spcBef>
                <a:spcPts val="300"/>
              </a:spcBef>
              <a:buClr>
                <a:srgbClr val="000000"/>
              </a:buClr>
              <a:buFont typeface="OpenSymbol"/>
              <a:buChar char="»"/>
            </a:pPr>
            <a:r>
              <a:rPr b="0" lang="zh-CN" sz="1500" strike="noStrike" u="none">
                <a:solidFill>
                  <a:schemeClr val="dk1"/>
                </a:solidFill>
                <a:effectLst/>
                <a:uFillTx/>
                <a:latin typeface="Arial"/>
                <a:ea typeface="Arial"/>
              </a:rPr>
              <a:t>第五级</a:t>
            </a:r>
            <a:endParaRPr b="0" lang="en-US" sz="1500" strike="noStrike" u="none">
              <a:solidFill>
                <a:srgbClr val="000000"/>
              </a:solidFill>
              <a:effectLst/>
              <a:uFillTx/>
              <a:latin typeface="Arial"/>
            </a:endParaRPr>
          </a:p>
        </p:txBody>
      </p:sp>
      <p:sp>
        <p:nvSpPr>
          <p:cNvPr id="9" name="PlaceHolder 3"/>
          <p:cNvSpPr>
            <a:spLocks noGrp="1"/>
          </p:cNvSpPr>
          <p:nvPr>
            <p:ph type="body"/>
          </p:nvPr>
        </p:nvSpPr>
        <p:spPr>
          <a:xfrm>
            <a:off x="630000" y="2057400"/>
            <a:ext cx="2948400" cy="3810960"/>
          </a:xfrm>
          <a:prstGeom prst="rect">
            <a:avLst/>
          </a:prstGeom>
          <a:noFill/>
          <a:ln w="9360">
            <a:noFill/>
          </a:ln>
        </p:spPr>
        <p:txBody>
          <a:bodyPr lIns="90000" rIns="90000" tIns="45000" bIns="45000" anchor="t">
            <a:noAutofit/>
          </a:bodyPr>
          <a:p>
            <a:pPr indent="0" defTabSz="914400">
              <a:lnSpc>
                <a:spcPct val="100000"/>
              </a:lnSpc>
              <a:spcBef>
                <a:spcPts val="241"/>
              </a:spcBef>
              <a:buNone/>
              <a:tabLst>
                <a:tab algn="l" pos="0"/>
              </a:tabLst>
            </a:pPr>
            <a:r>
              <a:rPr b="0" lang="zh-CN" sz="1200" strike="noStrike" u="none">
                <a:solidFill>
                  <a:schemeClr val="dk1"/>
                </a:solidFill>
                <a:effectLst/>
                <a:uFillTx/>
                <a:latin typeface="Arial"/>
                <a:ea typeface="Arial"/>
              </a:rPr>
              <a:t>单击此处编辑母版文本样式</a:t>
            </a:r>
            <a:endParaRPr b="0" lang="en-US" sz="1200" strike="noStrike" u="none">
              <a:solidFill>
                <a:srgbClr val="000000"/>
              </a:solidFill>
              <a:effectLst/>
              <a:uFillTx/>
              <a:latin typeface="Arial"/>
            </a:endParaRPr>
          </a:p>
        </p:txBody>
      </p:sp>
      <p:sp>
        <p:nvSpPr>
          <p:cNvPr id="10" name="PlaceHolder 4"/>
          <p:cNvSpPr>
            <a:spLocks noGrp="1"/>
          </p:cNvSpPr>
          <p:nvPr>
            <p:ph type="dt" idx="4"/>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11" name="PlaceHolder 5"/>
          <p:cNvSpPr>
            <a:spLocks noGrp="1"/>
          </p:cNvSpPr>
          <p:nvPr>
            <p:ph type="ftr" idx="5"/>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 name="PlaceHolder 6"/>
          <p:cNvSpPr>
            <a:spLocks noGrp="1"/>
          </p:cNvSpPr>
          <p:nvPr>
            <p:ph type="sldNum" idx="6"/>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9A8B276B-339F-4567-A9E4-21D554C346C7}"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图片与标题">
    <p:bg>
      <p:bgPr>
        <a:solidFill>
          <a:srgbClr val="d9d9d9"/>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30000" y="457200"/>
            <a:ext cx="3123360" cy="1599480"/>
          </a:xfrm>
          <a:prstGeom prst="rect">
            <a:avLst/>
          </a:prstGeom>
          <a:noFill/>
          <a:ln w="9360">
            <a:noFill/>
          </a:ln>
        </p:spPr>
        <p:txBody>
          <a:bodyPr lIns="90000" rIns="90000" tIns="45000" bIns="45000" anchor="b">
            <a:noAutofit/>
          </a:bodyPr>
          <a:p>
            <a:pPr indent="0" algn="ctr" defTabSz="914400">
              <a:lnSpc>
                <a:spcPct val="100000"/>
              </a:lnSpc>
              <a:buNone/>
              <a:tabLst>
                <a:tab algn="l" pos="0"/>
              </a:tabLst>
            </a:pPr>
            <a:r>
              <a:rPr b="0" lang="zh-CN" sz="2400" strike="noStrike" u="none">
                <a:solidFill>
                  <a:schemeClr val="dk2"/>
                </a:solidFill>
                <a:effectLst/>
                <a:uFillTx/>
                <a:latin typeface="Arial"/>
                <a:ea typeface="Arial"/>
              </a:rPr>
              <a:t>单击此处编辑母版标题样式</a:t>
            </a:r>
            <a:endParaRPr b="0" lang="en-US" sz="2400" strike="noStrike" u="none">
              <a:solidFill>
                <a:srgbClr val="000000"/>
              </a:solidFill>
              <a:effectLst/>
              <a:uFillTx/>
              <a:latin typeface="Arial"/>
            </a:endParaRPr>
          </a:p>
        </p:txBody>
      </p:sp>
      <p:sp>
        <p:nvSpPr>
          <p:cNvPr id="14" name="PlaceHolder 2"/>
          <p:cNvSpPr>
            <a:spLocks noGrp="1"/>
          </p:cNvSpPr>
          <p:nvPr>
            <p:ph type="body"/>
          </p:nvPr>
        </p:nvSpPr>
        <p:spPr>
          <a:xfrm>
            <a:off x="3887280" y="457200"/>
            <a:ext cx="4628520" cy="540324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b="0" lang="en-US" sz="2400" strike="noStrike" u="none">
                <a:solidFill>
                  <a:schemeClr val="dk1"/>
                </a:solidFill>
                <a:effectLst/>
                <a:uFillTx/>
                <a:latin typeface="Arial"/>
              </a:rPr>
              <a:t>Click to edit the outline text format</a:t>
            </a:r>
            <a:endParaRPr b="0" lang="en-US"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chemeClr val="dk1"/>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400" strike="noStrike" u="none">
                <a:solidFill>
                  <a:schemeClr val="dk1"/>
                </a:solidFill>
                <a:effectLst/>
                <a:uFillTx/>
                <a:latin typeface="Arial"/>
              </a:rPr>
              <a:t>Fourth Outline Level</a:t>
            </a:r>
            <a:endParaRPr b="0" lang="en-US" sz="2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400" strike="noStrike" u="none">
                <a:solidFill>
                  <a:schemeClr val="dk1"/>
                </a:solidFill>
                <a:effectLst/>
                <a:uFillTx/>
                <a:latin typeface="Arial"/>
              </a:rPr>
              <a:t>Fifth Outline Level</a:t>
            </a:r>
            <a:endParaRPr b="0" lang="en-US" sz="24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400" strike="noStrike" u="none">
                <a:solidFill>
                  <a:schemeClr val="dk1"/>
                </a:solidFill>
                <a:effectLst/>
                <a:uFillTx/>
                <a:latin typeface="Arial"/>
              </a:rPr>
              <a:t>Sixth Outline Level</a:t>
            </a:r>
            <a:endParaRPr b="0" lang="en-US" sz="24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400" strike="noStrike" u="none">
                <a:solidFill>
                  <a:schemeClr val="dk1"/>
                </a:solidFill>
                <a:effectLst/>
                <a:uFillTx/>
                <a:latin typeface="Arial"/>
              </a:rPr>
              <a:t>Seventh Outline Level</a:t>
            </a:r>
            <a:endParaRPr b="0" lang="en-US" sz="2400" strike="noStrike" u="none">
              <a:solidFill>
                <a:srgbClr val="000000"/>
              </a:solidFill>
              <a:effectLst/>
              <a:uFillTx/>
              <a:latin typeface="Arial"/>
            </a:endParaRPr>
          </a:p>
        </p:txBody>
      </p:sp>
      <p:sp>
        <p:nvSpPr>
          <p:cNvPr id="15" name="PlaceHolder 3"/>
          <p:cNvSpPr>
            <a:spLocks noGrp="1"/>
          </p:cNvSpPr>
          <p:nvPr>
            <p:ph type="body"/>
          </p:nvPr>
        </p:nvSpPr>
        <p:spPr>
          <a:xfrm>
            <a:off x="630000" y="2057400"/>
            <a:ext cx="3123360" cy="3810960"/>
          </a:xfrm>
          <a:prstGeom prst="rect">
            <a:avLst/>
          </a:prstGeom>
          <a:noFill/>
          <a:ln w="9360">
            <a:noFill/>
          </a:ln>
        </p:spPr>
        <p:txBody>
          <a:bodyPr lIns="90000" rIns="90000" tIns="45000" bIns="45000" anchor="t">
            <a:noAutofit/>
          </a:bodyPr>
          <a:p>
            <a:pPr indent="0" defTabSz="914400">
              <a:lnSpc>
                <a:spcPct val="100000"/>
              </a:lnSpc>
              <a:spcBef>
                <a:spcPts val="300"/>
              </a:spcBef>
              <a:buNone/>
              <a:tabLst>
                <a:tab algn="l" pos="0"/>
              </a:tabLst>
            </a:pPr>
            <a:r>
              <a:rPr b="0" lang="zh-CN" sz="1500" strike="noStrike" u="none">
                <a:solidFill>
                  <a:schemeClr val="dk1"/>
                </a:solidFill>
                <a:effectLst/>
                <a:uFillTx/>
                <a:latin typeface="Arial"/>
                <a:ea typeface="Arial"/>
              </a:rPr>
              <a:t>单击此处编辑母版文本样式</a:t>
            </a:r>
            <a:endParaRPr b="0" lang="en-US" sz="1500" strike="noStrike" u="none">
              <a:solidFill>
                <a:srgbClr val="000000"/>
              </a:solidFill>
              <a:effectLst/>
              <a:uFillTx/>
              <a:latin typeface="Arial"/>
            </a:endParaRPr>
          </a:p>
        </p:txBody>
      </p:sp>
      <p:sp>
        <p:nvSpPr>
          <p:cNvPr id="16" name="PlaceHolder 4"/>
          <p:cNvSpPr>
            <a:spLocks noGrp="1"/>
          </p:cNvSpPr>
          <p:nvPr>
            <p:ph type="dt" idx="7"/>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17" name="PlaceHolder 5"/>
          <p:cNvSpPr>
            <a:spLocks noGrp="1"/>
          </p:cNvSpPr>
          <p:nvPr>
            <p:ph type="ftr" idx="8"/>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 name="PlaceHolder 6"/>
          <p:cNvSpPr>
            <a:spLocks noGrp="1"/>
          </p:cNvSpPr>
          <p:nvPr>
            <p:ph type="sldNum" idx="9"/>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EBD62739-DC87-43F4-ACA2-EE39D9C80A8D}"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标题幻灯片">
    <p:bg>
      <p:bgPr>
        <a:solidFill>
          <a:srgbClr val="d9d9d9"/>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143000" y="1122480"/>
            <a:ext cx="6857280" cy="2386800"/>
          </a:xfrm>
          <a:prstGeom prst="rect">
            <a:avLst/>
          </a:prstGeom>
          <a:noFill/>
          <a:ln w="9360">
            <a:noFill/>
          </a:ln>
        </p:spPr>
        <p:txBody>
          <a:bodyPr lIns="90000" rIns="90000" tIns="45000" bIns="45000" anchor="b">
            <a:noAutofit/>
          </a:bodyPr>
          <a:p>
            <a:pPr indent="0" algn="ctr" defTabSz="914400">
              <a:lnSpc>
                <a:spcPct val="100000"/>
              </a:lnSpc>
              <a:buNone/>
              <a:tabLst>
                <a:tab algn="l" pos="0"/>
              </a:tabLst>
            </a:pPr>
            <a:r>
              <a:rPr b="0" lang="zh-CN" sz="4500" strike="noStrike" u="none">
                <a:solidFill>
                  <a:schemeClr val="dk2"/>
                </a:solidFill>
                <a:effectLst/>
                <a:uFillTx/>
                <a:latin typeface="Arial"/>
                <a:ea typeface="Arial"/>
              </a:rPr>
              <a:t>单击此处编辑母版标题样式</a:t>
            </a:r>
            <a:endParaRPr b="0" lang="en-US" sz="4500" strike="noStrike" u="none">
              <a:solidFill>
                <a:srgbClr val="000000"/>
              </a:solidFill>
              <a:effectLst/>
              <a:uFillTx/>
              <a:latin typeface="Arial"/>
            </a:endParaRPr>
          </a:p>
        </p:txBody>
      </p:sp>
      <p:sp>
        <p:nvSpPr>
          <p:cNvPr id="20" name="PlaceHolder 2"/>
          <p:cNvSpPr>
            <a:spLocks noGrp="1"/>
          </p:cNvSpPr>
          <p:nvPr>
            <p:ph type="dt" idx="10"/>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21" name="PlaceHolder 3"/>
          <p:cNvSpPr>
            <a:spLocks noGrp="1"/>
          </p:cNvSpPr>
          <p:nvPr>
            <p:ph type="ftr" idx="11"/>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2" name="PlaceHolder 4"/>
          <p:cNvSpPr>
            <a:spLocks noGrp="1"/>
          </p:cNvSpPr>
          <p:nvPr>
            <p:ph type="sldNum" idx="12"/>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1A7E9380-6EE7-4C27-ABD8-7C2DE4B25465}"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23"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Arial"/>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标题和竖排文字">
    <p:bg>
      <p:bgPr>
        <a:solidFill>
          <a:srgbClr val="d9d9d9"/>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zh-CN" sz="4400" strike="noStrike" u="none">
                <a:solidFill>
                  <a:schemeClr val="dk2"/>
                </a:solidFill>
                <a:effectLst/>
                <a:uFillTx/>
                <a:latin typeface="Arial"/>
                <a:ea typeface="Arial"/>
              </a:rPr>
              <a:t>单击此处编辑母版标题样式</a:t>
            </a:r>
            <a:endParaRPr b="0" lang="en-US" sz="4400" strike="noStrike" u="none">
              <a:solidFill>
                <a:srgbClr val="000000"/>
              </a:solidFill>
              <a:effectLst/>
              <a:uFillTx/>
              <a:latin typeface="Arial"/>
            </a:endParaRPr>
          </a:p>
        </p:txBody>
      </p:sp>
      <p:sp>
        <p:nvSpPr>
          <p:cNvPr id="25" name="PlaceHolder 2"/>
          <p:cNvSpPr>
            <a:spLocks noGrp="1"/>
          </p:cNvSpPr>
          <p:nvPr>
            <p:ph type="body"/>
          </p:nvPr>
        </p:nvSpPr>
        <p:spPr>
          <a:xfrm>
            <a:off x="457200" y="1600200"/>
            <a:ext cx="8228880" cy="4525200"/>
          </a:xfrm>
          <a:prstGeom prst="rect">
            <a:avLst/>
          </a:prstGeom>
          <a:noFill/>
          <a:ln w="9360">
            <a:noFill/>
          </a:ln>
        </p:spPr>
        <p:txBody>
          <a:bodyPr lIns="45000" rIns="45000" tIns="90000" bIns="90000" anchor="t" vert="eaVe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26" name="PlaceHolder 3"/>
          <p:cNvSpPr>
            <a:spLocks noGrp="1"/>
          </p:cNvSpPr>
          <p:nvPr>
            <p:ph type="dt" idx="13"/>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27" name="PlaceHolder 4"/>
          <p:cNvSpPr>
            <a:spLocks noGrp="1"/>
          </p:cNvSpPr>
          <p:nvPr>
            <p:ph type="ftr" idx="14"/>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8" name="PlaceHolder 5"/>
          <p:cNvSpPr>
            <a:spLocks noGrp="1"/>
          </p:cNvSpPr>
          <p:nvPr>
            <p:ph type="sldNum" idx="15"/>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624E71E7-3C56-4CFF-8D48-547D62E24D79}"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竖版">
    <p:bg>
      <p:bgPr>
        <a:solidFill>
          <a:srgbClr val="d9d9d9"/>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629400" y="274680"/>
            <a:ext cx="2056680" cy="5850720"/>
          </a:xfrm>
          <a:prstGeom prst="rect">
            <a:avLst/>
          </a:prstGeom>
          <a:noFill/>
          <a:ln w="9360">
            <a:noFill/>
          </a:ln>
        </p:spPr>
        <p:txBody>
          <a:bodyPr lIns="45000" rIns="45000" tIns="90000" bIns="90000" anchor="ctr" vert="eaVert">
            <a:noAutofit/>
          </a:bodyPr>
          <a:p>
            <a:pPr indent="0" algn="ctr" defTabSz="914400">
              <a:lnSpc>
                <a:spcPct val="100000"/>
              </a:lnSpc>
              <a:buNone/>
              <a:tabLst>
                <a:tab algn="l" pos="0"/>
              </a:tabLst>
            </a:pPr>
            <a:r>
              <a:rPr b="0" lang="zh-CN" sz="4400" strike="noStrike" u="none">
                <a:solidFill>
                  <a:schemeClr val="dk2"/>
                </a:solidFill>
                <a:effectLst/>
                <a:uFillTx/>
                <a:latin typeface="Arial"/>
                <a:ea typeface="Arial"/>
              </a:rPr>
              <a:t>单击此处编辑母版标题样式</a:t>
            </a:r>
            <a:endParaRPr b="0" lang="en-US" sz="4400" strike="noStrike" u="none">
              <a:solidFill>
                <a:srgbClr val="000000"/>
              </a:solidFill>
              <a:effectLst/>
              <a:uFillTx/>
              <a:latin typeface="Arial"/>
            </a:endParaRPr>
          </a:p>
        </p:txBody>
      </p:sp>
      <p:sp>
        <p:nvSpPr>
          <p:cNvPr id="30" name="PlaceHolder 2"/>
          <p:cNvSpPr>
            <a:spLocks noGrp="1"/>
          </p:cNvSpPr>
          <p:nvPr>
            <p:ph type="body"/>
          </p:nvPr>
        </p:nvSpPr>
        <p:spPr>
          <a:xfrm>
            <a:off x="457200" y="274680"/>
            <a:ext cx="6052320" cy="5850720"/>
          </a:xfrm>
          <a:prstGeom prst="rect">
            <a:avLst/>
          </a:prstGeom>
          <a:noFill/>
          <a:ln w="9360">
            <a:noFill/>
          </a:ln>
        </p:spPr>
        <p:txBody>
          <a:bodyPr lIns="45000" rIns="45000" tIns="90000" bIns="90000" anchor="t" vert="eaVe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31" name="PlaceHolder 3"/>
          <p:cNvSpPr>
            <a:spLocks noGrp="1"/>
          </p:cNvSpPr>
          <p:nvPr>
            <p:ph type="dt" idx="16"/>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32" name="PlaceHolder 4"/>
          <p:cNvSpPr>
            <a:spLocks noGrp="1"/>
          </p:cNvSpPr>
          <p:nvPr>
            <p:ph type="ftr" idx="17"/>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3" name="PlaceHolder 5"/>
          <p:cNvSpPr>
            <a:spLocks noGrp="1"/>
          </p:cNvSpPr>
          <p:nvPr>
            <p:ph type="sldNum" idx="18"/>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B2C5DF6C-336C-40D7-9086-612E738657FA}"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bg>
      <p:bgPr>
        <a:solidFill>
          <a:srgbClr val="d9d9d9"/>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zh-CN" sz="4400" strike="noStrike" u="none">
                <a:solidFill>
                  <a:schemeClr val="dk2"/>
                </a:solidFill>
                <a:effectLst/>
                <a:uFillTx/>
                <a:latin typeface="Arial"/>
                <a:ea typeface="Arial"/>
              </a:rPr>
              <a:t>单击此处编辑母版标题样式</a:t>
            </a:r>
            <a:endParaRPr b="0" lang="en-US" sz="4400" strike="noStrike" u="none">
              <a:solidFill>
                <a:srgbClr val="000000"/>
              </a:solidFill>
              <a:effectLst/>
              <a:uFillTx/>
              <a:latin typeface="Arial"/>
            </a:endParaRPr>
          </a:p>
        </p:txBody>
      </p:sp>
      <p:sp>
        <p:nvSpPr>
          <p:cNvPr id="35" name="PlaceHolder 2"/>
          <p:cNvSpPr>
            <a:spLocks noGrp="1"/>
          </p:cNvSpPr>
          <p:nvPr>
            <p:ph type="body"/>
          </p:nvPr>
        </p:nvSpPr>
        <p:spPr>
          <a:xfrm>
            <a:off x="457200" y="1600200"/>
            <a:ext cx="8228880" cy="4525200"/>
          </a:xfrm>
          <a:prstGeom prst="rect">
            <a:avLst/>
          </a:prstGeom>
          <a:noFill/>
          <a:ln w="9360">
            <a:noFill/>
          </a:ln>
        </p:spPr>
        <p:txBody>
          <a:bodyPr lIns="90000" rIns="90000" tIns="45000" bIns="45000" ancho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36" name="PlaceHolder 3"/>
          <p:cNvSpPr>
            <a:spLocks noGrp="1"/>
          </p:cNvSpPr>
          <p:nvPr>
            <p:ph type="dt" idx="19"/>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37" name="PlaceHolder 4"/>
          <p:cNvSpPr>
            <a:spLocks noGrp="1"/>
          </p:cNvSpPr>
          <p:nvPr>
            <p:ph type="ftr" idx="20"/>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8" name="PlaceHolder 5"/>
          <p:cNvSpPr>
            <a:spLocks noGrp="1"/>
          </p:cNvSpPr>
          <p:nvPr>
            <p:ph type="sldNum" idx="21"/>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7F94E248-0C0A-4806-9894-B331926FD662}"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节标题">
    <p:bg>
      <p:bgPr>
        <a:solidFill>
          <a:srgbClr val="d9d9d9"/>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623880" y="1709640"/>
            <a:ext cx="7886160" cy="2851920"/>
          </a:xfrm>
          <a:prstGeom prst="rect">
            <a:avLst/>
          </a:prstGeom>
          <a:noFill/>
          <a:ln w="9360">
            <a:noFill/>
          </a:ln>
        </p:spPr>
        <p:txBody>
          <a:bodyPr lIns="90000" rIns="90000" tIns="45000" bIns="45000" anchor="b">
            <a:noAutofit/>
          </a:bodyPr>
          <a:p>
            <a:pPr indent="0" algn="ctr" defTabSz="914400">
              <a:lnSpc>
                <a:spcPct val="100000"/>
              </a:lnSpc>
              <a:buNone/>
              <a:tabLst>
                <a:tab algn="l" pos="0"/>
              </a:tabLst>
            </a:pPr>
            <a:r>
              <a:rPr b="0" lang="zh-CN" sz="4500" strike="noStrike" u="none">
                <a:solidFill>
                  <a:schemeClr val="dk2"/>
                </a:solidFill>
                <a:effectLst/>
                <a:uFillTx/>
                <a:latin typeface="Arial"/>
                <a:ea typeface="Arial"/>
              </a:rPr>
              <a:t>单击此处编辑母版标题样式</a:t>
            </a:r>
            <a:endParaRPr b="0" lang="en-US" sz="4500" strike="noStrike" u="none">
              <a:solidFill>
                <a:srgbClr val="000000"/>
              </a:solidFill>
              <a:effectLst/>
              <a:uFillTx/>
              <a:latin typeface="Arial"/>
            </a:endParaRPr>
          </a:p>
        </p:txBody>
      </p:sp>
      <p:sp>
        <p:nvSpPr>
          <p:cNvPr id="40" name="PlaceHolder 2"/>
          <p:cNvSpPr>
            <a:spLocks noGrp="1"/>
          </p:cNvSpPr>
          <p:nvPr>
            <p:ph type="body"/>
          </p:nvPr>
        </p:nvSpPr>
        <p:spPr>
          <a:xfrm>
            <a:off x="623880" y="4589640"/>
            <a:ext cx="7886160" cy="1499400"/>
          </a:xfrm>
          <a:prstGeom prst="rect">
            <a:avLst/>
          </a:prstGeom>
          <a:noFill/>
          <a:ln w="9360">
            <a:noFill/>
          </a:ln>
        </p:spPr>
        <p:txBody>
          <a:bodyPr lIns="90000" rIns="90000" tIns="45000" bIns="45000" anchor="t">
            <a:noAutofit/>
          </a:bodyPr>
          <a:p>
            <a:pPr indent="0" defTabSz="914400">
              <a:lnSpc>
                <a:spcPct val="100000"/>
              </a:lnSpc>
              <a:spcBef>
                <a:spcPts val="360"/>
              </a:spcBef>
              <a:buNone/>
              <a:tabLst>
                <a:tab algn="l" pos="0"/>
              </a:tabLst>
            </a:pPr>
            <a:r>
              <a:rPr b="0" lang="zh-CN" sz="1800" strike="noStrike" u="none">
                <a:solidFill>
                  <a:schemeClr val="dk1">
                    <a:tint val="75000"/>
                  </a:schemeClr>
                </a:solidFill>
                <a:effectLst/>
                <a:uFillTx/>
                <a:latin typeface="Arial"/>
                <a:ea typeface="Arial"/>
              </a:rPr>
              <a:t>单击此处编辑母版文本样式</a:t>
            </a:r>
            <a:endParaRPr b="0" lang="en-US" sz="1800" strike="noStrike" u="none">
              <a:solidFill>
                <a:srgbClr val="000000"/>
              </a:solidFill>
              <a:effectLst/>
              <a:uFillTx/>
              <a:latin typeface="Arial"/>
            </a:endParaRPr>
          </a:p>
        </p:txBody>
      </p:sp>
      <p:sp>
        <p:nvSpPr>
          <p:cNvPr id="41" name="PlaceHolder 3"/>
          <p:cNvSpPr>
            <a:spLocks noGrp="1"/>
          </p:cNvSpPr>
          <p:nvPr>
            <p:ph type="dt" idx="22"/>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42" name="PlaceHolder 4"/>
          <p:cNvSpPr>
            <a:spLocks noGrp="1"/>
          </p:cNvSpPr>
          <p:nvPr>
            <p:ph type="ftr" idx="23"/>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3" name="PlaceHolder 5"/>
          <p:cNvSpPr>
            <a:spLocks noGrp="1"/>
          </p:cNvSpPr>
          <p:nvPr>
            <p:ph type="sldNum" idx="24"/>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83C137BD-F9FA-454E-BCDD-AC54E7E5E181}"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两栏内容">
    <p:bg>
      <p:bgPr>
        <a:solidFill>
          <a:srgbClr val="d9d9d9"/>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zh-CN" sz="4400" strike="noStrike" u="none">
                <a:solidFill>
                  <a:schemeClr val="dk2"/>
                </a:solidFill>
                <a:effectLst/>
                <a:uFillTx/>
                <a:latin typeface="Arial"/>
                <a:ea typeface="Arial"/>
              </a:rPr>
              <a:t>单击此处编辑母版标题样式</a:t>
            </a:r>
            <a:endParaRPr b="0" lang="en-US" sz="4400" strike="noStrike" u="none">
              <a:solidFill>
                <a:srgbClr val="000000"/>
              </a:solidFill>
              <a:effectLst/>
              <a:uFillTx/>
              <a:latin typeface="Arial"/>
            </a:endParaRPr>
          </a:p>
        </p:txBody>
      </p:sp>
      <p:sp>
        <p:nvSpPr>
          <p:cNvPr id="45" name="PlaceHolder 2"/>
          <p:cNvSpPr>
            <a:spLocks noGrp="1"/>
          </p:cNvSpPr>
          <p:nvPr>
            <p:ph type="body"/>
          </p:nvPr>
        </p:nvSpPr>
        <p:spPr>
          <a:xfrm>
            <a:off x="457200" y="1600200"/>
            <a:ext cx="4031640" cy="4525200"/>
          </a:xfrm>
          <a:prstGeom prst="rect">
            <a:avLst/>
          </a:prstGeom>
          <a:noFill/>
          <a:ln w="9360">
            <a:noFill/>
          </a:ln>
        </p:spPr>
        <p:txBody>
          <a:bodyPr lIns="90000" rIns="90000" tIns="45000" bIns="45000" ancho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46" name="PlaceHolder 3"/>
          <p:cNvSpPr>
            <a:spLocks noGrp="1"/>
          </p:cNvSpPr>
          <p:nvPr>
            <p:ph type="body"/>
          </p:nvPr>
        </p:nvSpPr>
        <p:spPr>
          <a:xfrm>
            <a:off x="4654440" y="1600200"/>
            <a:ext cx="4031640" cy="4525200"/>
          </a:xfrm>
          <a:prstGeom prst="rect">
            <a:avLst/>
          </a:prstGeom>
          <a:noFill/>
          <a:ln w="9360">
            <a:noFill/>
          </a:ln>
        </p:spPr>
        <p:txBody>
          <a:bodyPr lIns="90000" rIns="90000" tIns="45000" bIns="45000" ancho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47" name="PlaceHolder 4"/>
          <p:cNvSpPr>
            <a:spLocks noGrp="1"/>
          </p:cNvSpPr>
          <p:nvPr>
            <p:ph type="dt" idx="25"/>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48" name="PlaceHolder 5"/>
          <p:cNvSpPr>
            <a:spLocks noGrp="1"/>
          </p:cNvSpPr>
          <p:nvPr>
            <p:ph type="ftr" idx="26"/>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9" name="PlaceHolder 6"/>
          <p:cNvSpPr>
            <a:spLocks noGrp="1"/>
          </p:cNvSpPr>
          <p:nvPr>
            <p:ph type="sldNum" idx="27"/>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B48A6B73-5FC9-45C9-AD33-934CAC76999D}"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较">
    <p:bg>
      <p:bgPr>
        <a:solidFill>
          <a:srgbClr val="d9d9d9"/>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630000" y="365040"/>
            <a:ext cx="7886160" cy="132480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zh-CN" sz="4400" strike="noStrike" u="none">
                <a:solidFill>
                  <a:schemeClr val="dk2"/>
                </a:solidFill>
                <a:effectLst/>
                <a:uFillTx/>
                <a:latin typeface="Arial"/>
                <a:ea typeface="Arial"/>
              </a:rPr>
              <a:t>单击此处编辑母版标题样式</a:t>
            </a:r>
            <a:endParaRPr b="0" lang="en-US" sz="4400" strike="noStrike" u="none">
              <a:solidFill>
                <a:srgbClr val="000000"/>
              </a:solidFill>
              <a:effectLst/>
              <a:uFillTx/>
              <a:latin typeface="Arial"/>
            </a:endParaRPr>
          </a:p>
        </p:txBody>
      </p:sp>
      <p:sp>
        <p:nvSpPr>
          <p:cNvPr id="51" name="PlaceHolder 2"/>
          <p:cNvSpPr>
            <a:spLocks noGrp="1"/>
          </p:cNvSpPr>
          <p:nvPr>
            <p:ph type="body"/>
          </p:nvPr>
        </p:nvSpPr>
        <p:spPr>
          <a:xfrm>
            <a:off x="889920" y="1778400"/>
            <a:ext cx="3654360" cy="823320"/>
          </a:xfrm>
          <a:prstGeom prst="rect">
            <a:avLst/>
          </a:prstGeom>
          <a:noFill/>
          <a:ln w="9360">
            <a:noFill/>
          </a:ln>
        </p:spPr>
        <p:txBody>
          <a:bodyPr lIns="90000" rIns="90000" tIns="45000" bIns="45000" anchor="ctr">
            <a:noAutofit/>
          </a:bodyPr>
          <a:p>
            <a:pPr indent="0" defTabSz="914400">
              <a:lnSpc>
                <a:spcPct val="100000"/>
              </a:lnSpc>
              <a:spcBef>
                <a:spcPts val="420"/>
              </a:spcBef>
              <a:buNone/>
              <a:tabLst>
                <a:tab algn="l" pos="0"/>
              </a:tabLst>
            </a:pPr>
            <a:r>
              <a:rPr b="0" lang="zh-CN" sz="2100" strike="noStrike" u="none">
                <a:solidFill>
                  <a:schemeClr val="dk1"/>
                </a:solidFill>
                <a:effectLst/>
                <a:uFillTx/>
                <a:latin typeface="Arial"/>
                <a:ea typeface="Arial"/>
              </a:rPr>
              <a:t>单击此处编辑母版文本样式</a:t>
            </a:r>
            <a:endParaRPr b="0" lang="en-US" sz="2100" strike="noStrike" u="none">
              <a:solidFill>
                <a:srgbClr val="000000"/>
              </a:solidFill>
              <a:effectLst/>
              <a:uFillTx/>
              <a:latin typeface="Arial"/>
            </a:endParaRPr>
          </a:p>
        </p:txBody>
      </p:sp>
      <p:sp>
        <p:nvSpPr>
          <p:cNvPr id="52" name="PlaceHolder 3"/>
          <p:cNvSpPr>
            <a:spLocks noGrp="1"/>
          </p:cNvSpPr>
          <p:nvPr>
            <p:ph type="body"/>
          </p:nvPr>
        </p:nvSpPr>
        <p:spPr>
          <a:xfrm>
            <a:off x="889920" y="2665440"/>
            <a:ext cx="3654360" cy="3523680"/>
          </a:xfrm>
          <a:prstGeom prst="rect">
            <a:avLst/>
          </a:prstGeom>
          <a:noFill/>
          <a:ln w="9360">
            <a:noFill/>
          </a:ln>
        </p:spPr>
        <p:txBody>
          <a:bodyPr lIns="90000" rIns="90000" tIns="45000" bIns="45000" ancho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53" name="PlaceHolder 4"/>
          <p:cNvSpPr>
            <a:spLocks noGrp="1"/>
          </p:cNvSpPr>
          <p:nvPr>
            <p:ph type="body"/>
          </p:nvPr>
        </p:nvSpPr>
        <p:spPr>
          <a:xfrm>
            <a:off x="4692600" y="1778400"/>
            <a:ext cx="3672360" cy="823320"/>
          </a:xfrm>
          <a:prstGeom prst="rect">
            <a:avLst/>
          </a:prstGeom>
          <a:noFill/>
          <a:ln w="9360">
            <a:noFill/>
          </a:ln>
        </p:spPr>
        <p:txBody>
          <a:bodyPr lIns="90000" rIns="90000" tIns="45000" bIns="45000" anchor="ctr">
            <a:noAutofit/>
          </a:bodyPr>
          <a:p>
            <a:pPr indent="0" defTabSz="914400">
              <a:lnSpc>
                <a:spcPct val="100000"/>
              </a:lnSpc>
              <a:spcBef>
                <a:spcPts val="420"/>
              </a:spcBef>
              <a:buNone/>
              <a:tabLst>
                <a:tab algn="l" pos="0"/>
              </a:tabLst>
            </a:pPr>
            <a:r>
              <a:rPr b="0" lang="zh-CN" sz="2100" strike="noStrike" u="none">
                <a:solidFill>
                  <a:schemeClr val="dk1"/>
                </a:solidFill>
                <a:effectLst/>
                <a:uFillTx/>
                <a:latin typeface="Arial"/>
                <a:ea typeface="Arial"/>
              </a:rPr>
              <a:t>单击此处编辑母版文本样式</a:t>
            </a:r>
            <a:endParaRPr b="0" lang="en-US" sz="2100" strike="noStrike" u="none">
              <a:solidFill>
                <a:srgbClr val="000000"/>
              </a:solidFill>
              <a:effectLst/>
              <a:uFillTx/>
              <a:latin typeface="Arial"/>
            </a:endParaRPr>
          </a:p>
        </p:txBody>
      </p:sp>
      <p:sp>
        <p:nvSpPr>
          <p:cNvPr id="54" name="PlaceHolder 5"/>
          <p:cNvSpPr>
            <a:spLocks noGrp="1"/>
          </p:cNvSpPr>
          <p:nvPr>
            <p:ph type="body"/>
          </p:nvPr>
        </p:nvSpPr>
        <p:spPr>
          <a:xfrm>
            <a:off x="4692600" y="2665440"/>
            <a:ext cx="3672360" cy="3523680"/>
          </a:xfrm>
          <a:prstGeom prst="rect">
            <a:avLst/>
          </a:prstGeom>
          <a:noFill/>
          <a:ln w="9360">
            <a:noFill/>
          </a:ln>
        </p:spPr>
        <p:txBody>
          <a:bodyPr lIns="90000" rIns="90000" tIns="45000" bIns="45000" anchor="t">
            <a:noAutofit/>
          </a:bodyPr>
          <a:p>
            <a:pPr marL="343080" indent="-343080" defTabSz="914400">
              <a:lnSpc>
                <a:spcPct val="100000"/>
              </a:lnSpc>
              <a:spcBef>
                <a:spcPts val="641"/>
              </a:spcBef>
              <a:buClr>
                <a:srgbClr val="000000"/>
              </a:buClr>
              <a:buFont typeface="Symbol" charset="2"/>
              <a:buChar char=""/>
            </a:pPr>
            <a:r>
              <a:rPr b="0" lang="zh-CN" sz="3200" strike="noStrike" u="none">
                <a:solidFill>
                  <a:schemeClr val="dk1"/>
                </a:solidFill>
                <a:effectLst/>
                <a:uFillTx/>
                <a:latin typeface="Arial"/>
                <a:ea typeface="Arial"/>
              </a:rPr>
              <a:t>单击此处编辑母版文本样式</a:t>
            </a:r>
            <a:endParaRPr b="0" lang="en-US"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Symbol" charset="2"/>
              <a:buChar char=""/>
            </a:pPr>
            <a:r>
              <a:rPr b="0" lang="zh-CN" sz="2800" strike="noStrike" u="none">
                <a:solidFill>
                  <a:schemeClr val="dk1"/>
                </a:solidFill>
                <a:effectLst/>
                <a:uFillTx/>
                <a:latin typeface="Arial"/>
                <a:ea typeface="Arial"/>
              </a:rPr>
              <a:t>第二级</a:t>
            </a:r>
            <a:endParaRPr b="0" lang="en-US"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Symbol" charset="2"/>
              <a:buChar char=""/>
            </a:pPr>
            <a:r>
              <a:rPr b="0" lang="zh-CN" sz="2400" strike="noStrike" u="none">
                <a:solidFill>
                  <a:schemeClr val="dk1"/>
                </a:solidFill>
                <a:effectLst/>
                <a:uFillTx/>
                <a:latin typeface="Arial"/>
                <a:ea typeface="Arial"/>
              </a:rPr>
              <a:t>第三级</a:t>
            </a:r>
            <a:endParaRPr b="0" lang="en-US"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Symbol" charset="2"/>
              <a:buChar char=""/>
            </a:pPr>
            <a:r>
              <a:rPr b="0" lang="zh-CN" sz="2000" strike="noStrike" u="none">
                <a:solidFill>
                  <a:schemeClr val="dk1"/>
                </a:solidFill>
                <a:effectLst/>
                <a:uFillTx/>
                <a:latin typeface="Arial"/>
                <a:ea typeface="Arial"/>
              </a:rPr>
              <a:t>第四级</a:t>
            </a:r>
            <a:endParaRPr b="0" lang="en-US"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OpenSymbol"/>
              <a:buChar char="»"/>
            </a:pPr>
            <a:r>
              <a:rPr b="0" lang="zh-CN" sz="2000" strike="noStrike" u="none">
                <a:solidFill>
                  <a:schemeClr val="dk1"/>
                </a:solidFill>
                <a:effectLst/>
                <a:uFillTx/>
                <a:latin typeface="Arial"/>
                <a:ea typeface="Arial"/>
              </a:rPr>
              <a:t>第五级</a:t>
            </a:r>
            <a:endParaRPr b="0" lang="en-US" sz="2000" strike="noStrike" u="none">
              <a:solidFill>
                <a:srgbClr val="000000"/>
              </a:solidFill>
              <a:effectLst/>
              <a:uFillTx/>
              <a:latin typeface="Arial"/>
            </a:endParaRPr>
          </a:p>
        </p:txBody>
      </p:sp>
      <p:sp>
        <p:nvSpPr>
          <p:cNvPr id="55" name="PlaceHolder 6"/>
          <p:cNvSpPr>
            <a:spLocks noGrp="1"/>
          </p:cNvSpPr>
          <p:nvPr>
            <p:ph type="dt" idx="28"/>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56" name="PlaceHolder 7"/>
          <p:cNvSpPr>
            <a:spLocks noGrp="1"/>
          </p:cNvSpPr>
          <p:nvPr>
            <p:ph type="ftr" idx="29"/>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7" name="PlaceHolder 8"/>
          <p:cNvSpPr>
            <a:spLocks noGrp="1"/>
          </p:cNvSpPr>
          <p:nvPr>
            <p:ph type="sldNum" idx="30"/>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F2689A8B-FCEA-4E88-ABA0-ADBF6E775A67}"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仅标题">
    <p:bg>
      <p:bgPr>
        <a:solidFill>
          <a:srgbClr val="d9d9d9"/>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zh-CN" sz="4400" strike="noStrike" u="none">
                <a:solidFill>
                  <a:schemeClr val="dk2"/>
                </a:solidFill>
                <a:effectLst/>
                <a:uFillTx/>
                <a:latin typeface="Arial"/>
                <a:ea typeface="Arial"/>
              </a:rPr>
              <a:t>单击此处编辑母版标题样式</a:t>
            </a:r>
            <a:endParaRPr b="0" lang="en-US" sz="4400" strike="noStrike" u="none">
              <a:solidFill>
                <a:srgbClr val="000000"/>
              </a:solidFill>
              <a:effectLst/>
              <a:uFillTx/>
              <a:latin typeface="Arial"/>
            </a:endParaRPr>
          </a:p>
        </p:txBody>
      </p:sp>
      <p:sp>
        <p:nvSpPr>
          <p:cNvPr id="59" name="PlaceHolder 2"/>
          <p:cNvSpPr>
            <a:spLocks noGrp="1"/>
          </p:cNvSpPr>
          <p:nvPr>
            <p:ph type="dt" idx="31"/>
          </p:nvPr>
        </p:nvSpPr>
        <p:spPr>
          <a:xfrm>
            <a:off x="457200" y="6245280"/>
            <a:ext cx="2133000" cy="475560"/>
          </a:xfrm>
          <a:prstGeom prst="rect">
            <a:avLst/>
          </a:prstGeom>
          <a:noFill/>
          <a:ln w="9360">
            <a:noFill/>
          </a:ln>
        </p:spPr>
        <p:txBody>
          <a:bodyPr lIns="90000" rIns="90000" tIns="45000" bIns="45000" anchor="t">
            <a:noAutofit/>
          </a:bodyPr>
          <a:lstStyle>
            <a:lvl1pPr indent="0" defTabSz="914400">
              <a:lnSpc>
                <a:spcPct val="100000"/>
              </a:lnSpc>
              <a:buNone/>
              <a:tabLst>
                <a:tab algn="l" pos="0"/>
              </a:tabLst>
              <a:defRPr b="0" lang="en-US" sz="1400" strike="noStrike" u="none">
                <a:solidFill>
                  <a:schemeClr val="dk1"/>
                </a:solidFill>
                <a:effectLst/>
                <a:uFillTx/>
                <a:latin typeface="Arial"/>
                <a:ea typeface="宋体"/>
              </a:defRPr>
            </a:lvl1pPr>
          </a:lstStyle>
          <a:p>
            <a:pPr indent="0" defTabSz="914400">
              <a:lnSpc>
                <a:spcPct val="100000"/>
              </a:lnSpc>
              <a:buNone/>
              <a:tabLst>
                <a:tab algn="l" pos="0"/>
              </a:tabLst>
            </a:pPr>
            <a:r>
              <a:rPr b="0" lang="en-US" sz="1400" strike="noStrike" u="none">
                <a:solidFill>
                  <a:schemeClr val="dk1"/>
                </a:solidFill>
                <a:effectLst/>
                <a:uFillTx/>
                <a:latin typeface="Arial"/>
                <a:ea typeface="宋体"/>
              </a:rPr>
              <a:t>&lt;date/time&gt;</a:t>
            </a:r>
            <a:endParaRPr b="0" lang="en-US" sz="1400" strike="noStrike" u="none">
              <a:solidFill>
                <a:srgbClr val="000000"/>
              </a:solidFill>
              <a:effectLst/>
              <a:uFillTx/>
              <a:latin typeface="Times New Roman"/>
            </a:endParaRPr>
          </a:p>
        </p:txBody>
      </p:sp>
      <p:sp>
        <p:nvSpPr>
          <p:cNvPr id="60" name="PlaceHolder 3"/>
          <p:cNvSpPr>
            <a:spLocks noGrp="1"/>
          </p:cNvSpPr>
          <p:nvPr>
            <p:ph type="ftr" idx="32"/>
          </p:nvPr>
        </p:nvSpPr>
        <p:spPr>
          <a:xfrm>
            <a:off x="3124080" y="6245280"/>
            <a:ext cx="2894760" cy="475560"/>
          </a:xfrm>
          <a:prstGeom prst="rect">
            <a:avLst/>
          </a:prstGeom>
          <a:noFill/>
          <a:ln w="9360">
            <a:noFill/>
          </a:ln>
        </p:spPr>
        <p:txBody>
          <a:bodyPr lIns="90000" rIns="90000" tIns="45000" bIns="4500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1" name="PlaceHolder 4"/>
          <p:cNvSpPr>
            <a:spLocks noGrp="1"/>
          </p:cNvSpPr>
          <p:nvPr>
            <p:ph type="sldNum" idx="33"/>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F3F88257-7B78-4B0F-81F7-530EA06B0D6E}"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ksoSlideStyle" hidden="1" descr="#wm#_1_01_100_110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AU" sz="1800" strike="noStrike" u="none">
              <a:solidFill>
                <a:schemeClr val="dk1"/>
              </a:solidFill>
              <a:effectLst/>
              <a:uFillTx/>
              <a:latin typeface="Arial"/>
              <a:ea typeface="宋体"/>
            </a:endParaRPr>
          </a:p>
        </p:txBody>
      </p:sp>
      <p:sp>
        <p:nvSpPr>
          <p:cNvPr id="63" name="PlaceHolder 1"/>
          <p:cNvSpPr>
            <a:spLocks noGrp="1"/>
          </p:cNvSpPr>
          <p:nvPr>
            <p:ph type="subTitle"/>
          </p:nvPr>
        </p:nvSpPr>
        <p:spPr>
          <a:xfrm>
            <a:off x="207000" y="2490480"/>
            <a:ext cx="8598960" cy="4116600"/>
          </a:xfrm>
          <a:prstGeom prst="rect">
            <a:avLst/>
          </a:prstGeom>
          <a:noFill/>
          <a:ln w="9360">
            <a:noFill/>
          </a:ln>
        </p:spPr>
        <p:txBody>
          <a:bodyPr lIns="90000" rIns="90000" tIns="45000" bIns="45000" anchor="t">
            <a:noAutofit/>
          </a:bodyPr>
          <a:p>
            <a:pPr algn="just" defTabSz="914400">
              <a:lnSpc>
                <a:spcPct val="150000"/>
              </a:lnSpc>
              <a:spcBef>
                <a:spcPts val="400"/>
              </a:spcBef>
              <a:tabLst>
                <a:tab algn="l" pos="0"/>
              </a:tabLst>
            </a:pPr>
            <a:r>
              <a:rPr b="1" lang="en-US" sz="2000" strike="noStrike" u="none">
                <a:solidFill>
                  <a:schemeClr val="dk1"/>
                </a:solidFill>
                <a:effectLst/>
                <a:uFillTx/>
                <a:latin typeface="Times New Roman"/>
                <a:ea typeface="Arial"/>
              </a:rPr>
              <a:t>CANDIDATE NAME:  NIANGLONG KENNETH KYEGWIMWAPCP REG NUMBER:20216239</a:t>
            </a:r>
            <a:endParaRPr b="0" lang="en-US" sz="2000" strike="noStrike" u="none">
              <a:solidFill>
                <a:srgbClr val="000000"/>
              </a:solidFill>
              <a:effectLst/>
              <a:uFillTx/>
              <a:latin typeface="Arial"/>
            </a:endParaRPr>
          </a:p>
          <a:p>
            <a:pPr algn="just" defTabSz="914400">
              <a:lnSpc>
                <a:spcPct val="150000"/>
              </a:lnSpc>
              <a:spcBef>
                <a:spcPts val="400"/>
              </a:spcBef>
              <a:tabLst>
                <a:tab algn="l" pos="0"/>
              </a:tabLst>
            </a:pPr>
            <a:r>
              <a:rPr b="1" lang="en-US" sz="2000" strike="noStrike" u="none">
                <a:solidFill>
                  <a:schemeClr val="dk1"/>
                </a:solidFill>
                <a:effectLst/>
                <a:uFillTx/>
                <a:latin typeface="Times New Roman"/>
                <a:ea typeface="Arial"/>
              </a:rPr>
              <a:t>FACULTY:                  CLINICAL PHARMACY PART 2L4+</a:t>
            </a:r>
            <a:endParaRPr b="0" lang="en-US" sz="2000" strike="noStrike" u="none">
              <a:solidFill>
                <a:srgbClr val="000000"/>
              </a:solidFill>
              <a:effectLst/>
              <a:uFillTx/>
              <a:latin typeface="Arial"/>
            </a:endParaRPr>
          </a:p>
          <a:p>
            <a:pPr algn="just" defTabSz="914400">
              <a:lnSpc>
                <a:spcPct val="100000"/>
              </a:lnSpc>
              <a:spcBef>
                <a:spcPts val="400"/>
              </a:spcBef>
              <a:tabLst>
                <a:tab algn="l" pos="0"/>
              </a:tabLst>
            </a:pPr>
            <a:r>
              <a:rPr b="1" lang="en-US" sz="2000" strike="noStrike" u="none">
                <a:solidFill>
                  <a:schemeClr val="dk1"/>
                </a:solidFill>
                <a:effectLst/>
                <a:uFillTx/>
                <a:latin typeface="Times New Roman"/>
                <a:ea typeface="Arial"/>
              </a:rPr>
              <a:t>SPECIALISATION:   INFECTIOUS DISEASES</a:t>
            </a:r>
            <a:endParaRPr b="0" lang="en-US" sz="2000" strike="noStrike" u="none">
              <a:solidFill>
                <a:srgbClr val="000000"/>
              </a:solidFill>
              <a:effectLst/>
              <a:uFillTx/>
              <a:latin typeface="Arial"/>
            </a:endParaRPr>
          </a:p>
          <a:p>
            <a:pPr algn="just" defTabSz="914400">
              <a:lnSpc>
                <a:spcPct val="150000"/>
              </a:lnSpc>
              <a:spcBef>
                <a:spcPts val="400"/>
              </a:spcBef>
              <a:tabLst>
                <a:tab algn="l" pos="0"/>
              </a:tabLst>
            </a:pPr>
            <a:r>
              <a:rPr b="1" lang="en-US" sz="2000" strike="noStrike" u="none">
                <a:solidFill>
                  <a:schemeClr val="dk1"/>
                </a:solidFill>
                <a:effectLst/>
                <a:uFillTx/>
                <a:latin typeface="Times New Roman"/>
                <a:ea typeface="Arial"/>
              </a:rPr>
              <a:t>PRECEPTOR:            PHARM CN BUZUGBE FPCPharm</a:t>
            </a:r>
            <a:endParaRPr b="0" lang="en-US" sz="2000" strike="noStrike" u="none">
              <a:solidFill>
                <a:srgbClr val="000000"/>
              </a:solidFill>
              <a:effectLst/>
              <a:uFillTx/>
              <a:latin typeface="Arial"/>
            </a:endParaRPr>
          </a:p>
          <a:p>
            <a:pPr algn="just" defTabSz="914400">
              <a:lnSpc>
                <a:spcPct val="100000"/>
              </a:lnSpc>
              <a:spcBef>
                <a:spcPts val="400"/>
              </a:spcBef>
              <a:tabLst>
                <a:tab algn="l" pos="0"/>
              </a:tabLst>
            </a:pPr>
            <a:endParaRPr b="0" lang="en-US" sz="2000" strike="noStrike" u="none">
              <a:solidFill>
                <a:srgbClr val="000000"/>
              </a:solidFill>
              <a:effectLst/>
              <a:uFillTx/>
              <a:latin typeface="Arial"/>
            </a:endParaRPr>
          </a:p>
          <a:p>
            <a:pPr algn="just" defTabSz="914400">
              <a:lnSpc>
                <a:spcPct val="100000"/>
              </a:lnSpc>
              <a:spcBef>
                <a:spcPts val="400"/>
              </a:spcBef>
              <a:tabLst>
                <a:tab algn="l" pos="0"/>
              </a:tabLst>
            </a:pPr>
            <a:r>
              <a:rPr b="1" lang="en-US" sz="2000" strike="noStrike" u="none">
                <a:solidFill>
                  <a:schemeClr val="dk1"/>
                </a:solidFill>
                <a:effectLst/>
                <a:uFillTx/>
                <a:latin typeface="Times New Roman"/>
                <a:ea typeface="Arial"/>
              </a:rPr>
              <a:t>CONSENT TO PRESENT RECEIVED FROM PHARM CN BUZUGBE FPCPharm</a:t>
            </a:r>
            <a:endParaRPr b="0" lang="en-US" sz="2000" strike="noStrike" u="none">
              <a:solidFill>
                <a:srgbClr val="000000"/>
              </a:solidFill>
              <a:effectLst/>
              <a:uFillTx/>
              <a:latin typeface="Arial"/>
            </a:endParaRPr>
          </a:p>
          <a:p>
            <a:pPr defTabSz="914400">
              <a:lnSpc>
                <a:spcPct val="100000"/>
              </a:lnSpc>
              <a:spcBef>
                <a:spcPts val="400"/>
              </a:spcBef>
              <a:tabLst>
                <a:tab algn="l" pos="0"/>
              </a:tabLst>
            </a:pPr>
            <a:endParaRPr b="0" lang="en-US" sz="2000" strike="noStrike" u="none">
              <a:solidFill>
                <a:srgbClr val="000000"/>
              </a:solidFill>
              <a:effectLst/>
              <a:uFillTx/>
              <a:latin typeface="Arial"/>
            </a:endParaRPr>
          </a:p>
          <a:p>
            <a:pPr defTabSz="914400">
              <a:lnSpc>
                <a:spcPct val="100000"/>
              </a:lnSpc>
              <a:spcBef>
                <a:spcPts val="400"/>
              </a:spcBef>
              <a:tabLst>
                <a:tab algn="l" pos="0"/>
              </a:tabLst>
            </a:pPr>
            <a:endParaRPr b="0" lang="en-US" sz="2000" strike="noStrike" u="none">
              <a:solidFill>
                <a:srgbClr val="000000"/>
              </a:solidFill>
              <a:effectLst/>
              <a:uFillTx/>
              <a:latin typeface="Arial"/>
            </a:endParaRPr>
          </a:p>
        </p:txBody>
      </p:sp>
      <p:sp>
        <p:nvSpPr>
          <p:cNvPr id="64" name="Title 1"/>
          <p:cNvSpPr/>
          <p:nvPr/>
        </p:nvSpPr>
        <p:spPr>
          <a:xfrm>
            <a:off x="467280" y="117000"/>
            <a:ext cx="8480520" cy="1894680"/>
          </a:xfrm>
          <a:prstGeom prst="rect">
            <a:avLst/>
          </a:prstGeom>
          <a:noFill/>
          <a:ln w="0">
            <a:noFill/>
          </a:ln>
        </p:spPr>
        <p:style>
          <a:lnRef idx="0"/>
          <a:fillRef idx="0"/>
          <a:effectRef idx="0"/>
          <a:fontRef idx="minor"/>
        </p:style>
        <p:txBody>
          <a:bodyPr lIns="90000" rIns="90000" tIns="45000" bIns="45000" anchor="b">
            <a:noAutofit/>
          </a:bodyPr>
          <a:p>
            <a:pPr algn="just" defTabSz="914400">
              <a:lnSpc>
                <a:spcPct val="100000"/>
              </a:lnSpc>
              <a:tabLst>
                <a:tab algn="l" pos="0"/>
              </a:tabLst>
            </a:pPr>
            <a:r>
              <a:rPr b="0" lang="en-US" sz="3200" strike="noStrike" u="none">
                <a:solidFill>
                  <a:schemeClr val="dk2"/>
                </a:solidFill>
                <a:effectLst/>
                <a:uFillTx/>
                <a:latin typeface="Times New Roman"/>
                <a:ea typeface="Arial"/>
              </a:rPr>
              <a:t>RESIDENCY SITE: NIGERIAN NAVY HOSPITAL WARRI AND NIGERIAN NAVY REFERENCE HOSPITAL OJO LAGOS.</a:t>
            </a:r>
            <a:endParaRPr b="0" lang="en-US" sz="3200" strike="noStrike" u="none">
              <a:solidFill>
                <a:srgbClr val="000000"/>
              </a:solidFill>
              <a:effectLst/>
              <a:uFillTx/>
              <a:latin typeface="Arial"/>
            </a:endParaRPr>
          </a:p>
        </p:txBody>
      </p:sp>
      <p:sp>
        <p:nvSpPr>
          <p:cNvPr id="65"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66" name="PlaceHolder 2"/>
          <p:cNvSpPr>
            <a:spLocks noGrp="1"/>
          </p:cNvSpPr>
          <p:nvPr>
            <p:ph type="sldNum" idx="34"/>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C14EB496-12D7-4FFF-B5CD-072A20B6D414}"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68" name="PlaceHolder 1"/>
          <p:cNvSpPr>
            <a:spLocks noGrp="1"/>
          </p:cNvSpPr>
          <p:nvPr>
            <p:ph type="title"/>
          </p:nvPr>
        </p:nvSpPr>
        <p:spPr>
          <a:xfrm>
            <a:off x="457200" y="109080"/>
            <a:ext cx="8228880" cy="100116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en-AU" sz="4400" strike="noStrike" u="none">
                <a:solidFill>
                  <a:schemeClr val="dk2"/>
                </a:solidFill>
                <a:effectLst/>
                <a:uFillTx/>
                <a:latin typeface="Arial"/>
                <a:ea typeface="Arial"/>
              </a:rPr>
              <a:t>INTRODUCTION</a:t>
            </a:r>
            <a:endParaRPr b="0" lang="en-US" sz="4400" strike="noStrike" u="none">
              <a:solidFill>
                <a:srgbClr val="000000"/>
              </a:solidFill>
              <a:effectLst/>
              <a:uFillTx/>
              <a:latin typeface="Arial"/>
            </a:endParaRPr>
          </a:p>
        </p:txBody>
      </p:sp>
      <p:sp>
        <p:nvSpPr>
          <p:cNvPr id="69" name="PlaceHolder 2"/>
          <p:cNvSpPr>
            <a:spLocks noGrp="1"/>
          </p:cNvSpPr>
          <p:nvPr>
            <p:ph/>
          </p:nvPr>
        </p:nvSpPr>
        <p:spPr>
          <a:xfrm>
            <a:off x="368280" y="961560"/>
            <a:ext cx="8317800" cy="5164200"/>
          </a:xfrm>
          <a:prstGeom prst="rect">
            <a:avLst/>
          </a:prstGeom>
          <a:noFill/>
          <a:ln w="9360">
            <a:noFill/>
          </a:ln>
        </p:spPr>
        <p:txBody>
          <a:bodyPr lIns="90000" rIns="90000" tIns="45000" bIns="45000" anchor="t">
            <a:noAutofit/>
          </a:bodyPr>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The residency took place at the Nigerian Navy Hospital Warri (NNH) and the Nigerian Navy Reference Hospital, Ojo (NNRH Ojo) in Lagos State, Nigeria. Both facilities are military healthcare institutions situated within the Navy barracks in Effurun, Warri, and Navy Town, Ojo, respectively. They serve as key referral centers in the Nigerian Navy (NN). These hospitals deliver high-quality medical care to naval personnel, their dependents, and the surrounding civilian population as part of the NN's corporate social responsibility, offering primary, secondary, and tertiary services.</a:t>
            </a:r>
            <a:endParaRPr b="0" lang="en-US" sz="1800" strike="noStrike" u="none">
              <a:solidFill>
                <a:srgbClr val="000000"/>
              </a:solidFill>
              <a:effectLst/>
              <a:uFillTx/>
              <a:latin typeface="Arial"/>
            </a:endParaRPr>
          </a:p>
          <a:p>
            <a:pPr indent="0" algn="just" defTabSz="91440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NNH Warri is a 59-bed facility featuring the following departments: Internal Medicine, Public Health, Obstetrics and Gynecology, Surgery, Endocrinology, Pediatrics, Radiology, Dental, Pharmacy, Ophthalmology, Physiotherapy, HIV/TB, and Medical Laboratory.</a:t>
            </a:r>
            <a:endParaRPr b="0" lang="en-US" sz="1800" strike="noStrike" u="none">
              <a:solidFill>
                <a:srgbClr val="000000"/>
              </a:solidFill>
              <a:effectLst/>
              <a:uFillTx/>
              <a:latin typeface="Arial"/>
            </a:endParaRPr>
          </a:p>
          <a:p>
            <a:pPr indent="0" algn="just" defTabSz="91440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NNRH Ojo is a 345-bed hospital equipped with the following units: Hemodialysis, Internal Medicine, Public Health, Surgery, Pediatrics, Oncology, Psychiatry, Endocrinology, Pharmacy, Obstetrics and Gynecology, Radiology, Accident and Emergency, Dental, Ophthalmology, Physiotherapy, HIV/TB, ICU, and Medical Laboratory.</a:t>
            </a:r>
            <a:endParaRPr b="0" lang="en-US" sz="1800" strike="noStrike" u="none">
              <a:solidFill>
                <a:srgbClr val="000000"/>
              </a:solidFill>
              <a:effectLst/>
              <a:uFillTx/>
              <a:latin typeface="Arial"/>
            </a:endParaRPr>
          </a:p>
        </p:txBody>
      </p:sp>
      <p:sp>
        <p:nvSpPr>
          <p:cNvPr id="70"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71" name="PlaceHolder 3"/>
          <p:cNvSpPr>
            <a:spLocks noGrp="1"/>
          </p:cNvSpPr>
          <p:nvPr>
            <p:ph type="sldNum" idx="35"/>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CC047DED-FCB8-4E19-B9F2-8A8CF2682DF2}"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73" name="PlaceHolder 1"/>
          <p:cNvSpPr>
            <a:spLocks noGrp="1"/>
          </p:cNvSpPr>
          <p:nvPr>
            <p:ph type="title"/>
          </p:nvPr>
        </p:nvSpPr>
        <p:spPr>
          <a:xfrm>
            <a:off x="221040" y="156960"/>
            <a:ext cx="8228880" cy="85860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en-AU" sz="4400" strike="noStrike" u="none">
                <a:solidFill>
                  <a:schemeClr val="dk2"/>
                </a:solidFill>
                <a:effectLst/>
                <a:uFillTx/>
                <a:latin typeface="Arial"/>
                <a:ea typeface="Arial"/>
              </a:rPr>
              <a:t>METHOD</a:t>
            </a:r>
            <a:endParaRPr b="0" lang="en-US" sz="4400" strike="noStrike" u="none">
              <a:solidFill>
                <a:srgbClr val="000000"/>
              </a:solidFill>
              <a:effectLst/>
              <a:uFillTx/>
              <a:latin typeface="Arial"/>
            </a:endParaRPr>
          </a:p>
        </p:txBody>
      </p:sp>
      <p:sp>
        <p:nvSpPr>
          <p:cNvPr id="74" name="PlaceHolder 2"/>
          <p:cNvSpPr>
            <a:spLocks noGrp="1"/>
          </p:cNvSpPr>
          <p:nvPr>
            <p:ph/>
          </p:nvPr>
        </p:nvSpPr>
        <p:spPr>
          <a:xfrm>
            <a:off x="510480" y="1055880"/>
            <a:ext cx="8175600" cy="5542200"/>
          </a:xfrm>
          <a:prstGeom prst="rect">
            <a:avLst/>
          </a:prstGeom>
          <a:noFill/>
          <a:ln w="9360">
            <a:noFill/>
          </a:ln>
        </p:spPr>
        <p:txBody>
          <a:bodyPr lIns="90000" rIns="90000" tIns="45000" bIns="45000" anchor="t">
            <a:noAutofit/>
          </a:bodyPr>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This entails the acknowledgment and approval of residency training following receipt of WAPCP application letters for residency by the Commanders of the two hospitals via the Pharmacy heads, followed by the introduction of the resident to the specialized units for residency training within the hospitals. Supervision is provided by a Consultant Pharmacist (a Fellow of the College), Consultant Physician, Chief Matron, and Senior Registrars in the corresponding area of specialization.</a:t>
            </a: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 Resident engagement with specialists in the consulting rooms on clinic days.  </a:t>
            </a: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Engagement with patients, caregivers, and other healthcare staff in the wards.  </a:t>
            </a: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Involvement in ward rounds with pharmacists and other healthcare professionals to evaluate patients' medication records.  </a:t>
            </a: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Performance of medication reconciliation, therapy review, and evaluation for potential Drug Therapy Problems (DTP), along with effective communication.  </a:t>
            </a:r>
            <a:endParaRPr b="0" lang="en-US" sz="1800" strike="noStrike" u="none">
              <a:solidFill>
                <a:srgbClr val="000000"/>
              </a:solidFill>
              <a:effectLst/>
              <a:uFillTx/>
              <a:latin typeface="Arial"/>
            </a:endParaRPr>
          </a:p>
          <a:p>
            <a:pPr marL="343080" indent="-343080" algn="just" defTabSz="914400">
              <a:lnSpc>
                <a:spcPct val="100000"/>
              </a:lnSpc>
              <a:spcBef>
                <a:spcPts val="360"/>
              </a:spcBef>
              <a:buClr>
                <a:srgbClr val="000000"/>
              </a:buClr>
              <a:buFont typeface="Symbol" charset="2"/>
              <a:buChar char=""/>
            </a:pPr>
            <a:r>
              <a:rPr b="0" lang="en-US" sz="1800" strike="noStrike" u="none">
                <a:solidFill>
                  <a:schemeClr val="dk1"/>
                </a:solidFill>
                <a:effectLst/>
                <a:uFillTx/>
                <a:latin typeface="Arial"/>
                <a:ea typeface="Arial"/>
              </a:rPr>
              <a:t>Participation in clinics alongside the medical team in selected units.</a:t>
            </a:r>
            <a:endParaRPr b="0" lang="en-US" sz="1800" strike="noStrike" u="none">
              <a:solidFill>
                <a:srgbClr val="000000"/>
              </a:solidFill>
              <a:effectLst/>
              <a:uFillTx/>
              <a:latin typeface="Arial"/>
            </a:endParaRPr>
          </a:p>
        </p:txBody>
      </p:sp>
      <p:sp>
        <p:nvSpPr>
          <p:cNvPr id="75"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76" name="PlaceHolder 3"/>
          <p:cNvSpPr>
            <a:spLocks noGrp="1"/>
          </p:cNvSpPr>
          <p:nvPr>
            <p:ph type="sldNum" idx="36"/>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E1DA6C3A-A42E-461B-A488-2FA7B30E35D9}"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78" name="PlaceHolder 1"/>
          <p:cNvSpPr>
            <a:spLocks noGrp="1"/>
          </p:cNvSpPr>
          <p:nvPr>
            <p:ph type="title"/>
          </p:nvPr>
        </p:nvSpPr>
        <p:spPr>
          <a:xfrm>
            <a:off x="457200" y="15660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en-US" sz="4400" strike="noStrike" u="none">
                <a:solidFill>
                  <a:schemeClr val="dk2"/>
                </a:solidFill>
                <a:effectLst/>
                <a:uFillTx/>
                <a:latin typeface="Arial"/>
                <a:ea typeface="Arial"/>
              </a:rPr>
              <a:t>Objectives</a:t>
            </a:r>
            <a:endParaRPr b="0" lang="en-US" sz="4400" strike="noStrike" u="none">
              <a:solidFill>
                <a:srgbClr val="000000"/>
              </a:solidFill>
              <a:effectLst/>
              <a:uFillTx/>
              <a:latin typeface="Arial"/>
            </a:endParaRPr>
          </a:p>
        </p:txBody>
      </p:sp>
      <p:sp>
        <p:nvSpPr>
          <p:cNvPr id="79" name="PlaceHolder 2"/>
          <p:cNvSpPr>
            <a:spLocks noGrp="1"/>
          </p:cNvSpPr>
          <p:nvPr>
            <p:ph/>
          </p:nvPr>
        </p:nvSpPr>
        <p:spPr>
          <a:xfrm>
            <a:off x="533520" y="1166040"/>
            <a:ext cx="8152560" cy="5282640"/>
          </a:xfrm>
          <a:prstGeom prst="rect">
            <a:avLst/>
          </a:prstGeom>
          <a:noFill/>
          <a:ln w="9360">
            <a:noFill/>
          </a:ln>
        </p:spPr>
        <p:txBody>
          <a:bodyPr lIns="90000" rIns="90000" tIns="45000" bIns="45000" anchor="t">
            <a:noAutofit/>
          </a:bodyPr>
          <a:p>
            <a:pPr marL="343080" indent="-343080" algn="just" defTabSz="914400">
              <a:lnSpc>
                <a:spcPct val="100000"/>
              </a:lnSpc>
              <a:spcBef>
                <a:spcPts val="641"/>
              </a:spcBef>
              <a:buClr>
                <a:srgbClr val="000000"/>
              </a:buClr>
              <a:buFont typeface="Symbol" charset="2"/>
              <a:buChar char=""/>
            </a:pPr>
            <a:r>
              <a:rPr b="0" lang="en-US" sz="3200" strike="noStrike" u="none">
                <a:solidFill>
                  <a:schemeClr val="dk1"/>
                </a:solidFill>
                <a:effectLst/>
                <a:uFillTx/>
                <a:latin typeface="Arial"/>
                <a:ea typeface="Arial"/>
              </a:rPr>
              <a:t>To present a series of clinical cases encountered during residency training.</a:t>
            </a:r>
            <a:endParaRPr b="0" lang="en-US" sz="3200" strike="noStrike" u="none">
              <a:solidFill>
                <a:srgbClr val="000000"/>
              </a:solidFill>
              <a:effectLst/>
              <a:uFillTx/>
              <a:latin typeface="Arial"/>
            </a:endParaRPr>
          </a:p>
          <a:p>
            <a:pPr marL="343080" indent="-343080" algn="just" defTabSz="914400">
              <a:lnSpc>
                <a:spcPct val="100000"/>
              </a:lnSpc>
              <a:spcBef>
                <a:spcPts val="641"/>
              </a:spcBef>
              <a:buClr>
                <a:srgbClr val="000000"/>
              </a:buClr>
              <a:buFont typeface="Symbol" charset="2"/>
              <a:buChar char=""/>
            </a:pPr>
            <a:r>
              <a:rPr b="0" lang="en-US" sz="3200" strike="noStrike" u="none">
                <a:solidFill>
                  <a:schemeClr val="dk1"/>
                </a:solidFill>
                <a:effectLst/>
                <a:uFillTx/>
                <a:latin typeface="Arial"/>
                <a:ea typeface="Arial"/>
              </a:rPr>
              <a:t>To highlight the application of pharmaceutical care principles in diverse patient scenarios.</a:t>
            </a:r>
            <a:endParaRPr b="0" lang="en-US" sz="3200" strike="noStrike" u="none">
              <a:solidFill>
                <a:srgbClr val="000000"/>
              </a:solidFill>
              <a:effectLst/>
              <a:uFillTx/>
              <a:latin typeface="Arial"/>
            </a:endParaRPr>
          </a:p>
          <a:p>
            <a:pPr marL="343080" indent="-343080" algn="just" defTabSz="914400">
              <a:lnSpc>
                <a:spcPct val="100000"/>
              </a:lnSpc>
              <a:spcBef>
                <a:spcPts val="641"/>
              </a:spcBef>
              <a:buClr>
                <a:srgbClr val="000000"/>
              </a:buClr>
              <a:buFont typeface="Symbol" charset="2"/>
              <a:buChar char=""/>
            </a:pPr>
            <a:r>
              <a:rPr b="0" lang="en-US" sz="3200" strike="noStrike" u="none">
                <a:solidFill>
                  <a:schemeClr val="dk1"/>
                </a:solidFill>
                <a:effectLst/>
                <a:uFillTx/>
                <a:latin typeface="Arial"/>
                <a:ea typeface="Arial"/>
              </a:rPr>
              <a:t>To discuss the pharmacist's role in optimizing pharmacotherapy outcomes.</a:t>
            </a:r>
            <a:endParaRPr b="0" lang="en-US" sz="3200" strike="noStrike" u="none">
              <a:solidFill>
                <a:srgbClr val="000000"/>
              </a:solidFill>
              <a:effectLst/>
              <a:uFillTx/>
              <a:latin typeface="Arial"/>
            </a:endParaRPr>
          </a:p>
          <a:p>
            <a:pPr marL="343080" indent="-343080" algn="just" defTabSz="914400">
              <a:lnSpc>
                <a:spcPct val="100000"/>
              </a:lnSpc>
              <a:spcBef>
                <a:spcPts val="641"/>
              </a:spcBef>
              <a:buClr>
                <a:srgbClr val="000000"/>
              </a:buClr>
              <a:buFont typeface="Symbol" charset="2"/>
              <a:buChar char=""/>
            </a:pPr>
            <a:r>
              <a:rPr b="0" lang="en-US" sz="3200" strike="noStrike" u="none">
                <a:solidFill>
                  <a:schemeClr val="dk1"/>
                </a:solidFill>
                <a:effectLst/>
                <a:uFillTx/>
                <a:latin typeface="Arial"/>
                <a:ea typeface="Arial"/>
              </a:rPr>
              <a:t>To illustrate key challenges and learning points from each case.</a:t>
            </a:r>
            <a:endParaRPr b="0" lang="en-US" sz="3200" strike="noStrike" u="none">
              <a:solidFill>
                <a:srgbClr val="000000"/>
              </a:solidFill>
              <a:effectLst/>
              <a:uFillTx/>
              <a:latin typeface="Arial"/>
            </a:endParaRPr>
          </a:p>
        </p:txBody>
      </p:sp>
      <p:sp>
        <p:nvSpPr>
          <p:cNvPr id="80"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81" name="PlaceHolder 3"/>
          <p:cNvSpPr>
            <a:spLocks noGrp="1"/>
          </p:cNvSpPr>
          <p:nvPr>
            <p:ph type="sldNum" idx="37"/>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4338F098-CF5E-41D3-8A8F-3364AA36D8B0}"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83" name="PlaceHolder 1"/>
          <p:cNvSpPr>
            <a:spLocks noGrp="1"/>
          </p:cNvSpPr>
          <p:nvPr>
            <p:ph/>
          </p:nvPr>
        </p:nvSpPr>
        <p:spPr>
          <a:xfrm>
            <a:off x="357480" y="171360"/>
            <a:ext cx="8199720" cy="1078920"/>
          </a:xfrm>
          <a:prstGeom prst="rect">
            <a:avLst/>
          </a:prstGeom>
          <a:noFill/>
          <a:ln w="9360">
            <a:noFill/>
          </a:ln>
        </p:spPr>
        <p:txBody>
          <a:bodyPr lIns="90000" rIns="90000" tIns="45000" bIns="45000" anchor="t">
            <a:noAutofit/>
          </a:bodyPr>
          <a:p>
            <a:pPr indent="0" algn="ctr" defTabSz="914400">
              <a:lnSpc>
                <a:spcPct val="100000"/>
              </a:lnSpc>
              <a:spcBef>
                <a:spcPts val="561"/>
              </a:spcBef>
              <a:buNone/>
              <a:tabLst>
                <a:tab algn="l" pos="0"/>
              </a:tabLst>
            </a:pPr>
            <a:r>
              <a:rPr b="0" lang="en-US" sz="2800" strike="noStrike" u="none">
                <a:solidFill>
                  <a:schemeClr val="dk1"/>
                </a:solidFill>
                <a:effectLst/>
                <a:uFillTx/>
                <a:latin typeface="Arial"/>
                <a:ea typeface="Arial"/>
              </a:rPr>
              <a:t>Management of Extra-Pulmonary Tuberculosis (EPTB) in a Client with HIV Co-infectio</a:t>
            </a:r>
            <a:r>
              <a:rPr b="0" lang="en-AU" sz="2800" strike="noStrike" u="none">
                <a:solidFill>
                  <a:schemeClr val="dk1"/>
                </a:solidFill>
                <a:effectLst/>
                <a:uFillTx/>
                <a:latin typeface="Arial"/>
                <a:ea typeface="Arial"/>
              </a:rPr>
              <a:t>n</a:t>
            </a:r>
            <a:endParaRPr b="0" lang="en-US" sz="2800" strike="noStrike" u="none">
              <a:solidFill>
                <a:srgbClr val="000000"/>
              </a:solidFill>
              <a:effectLst/>
              <a:uFillTx/>
              <a:latin typeface="Arial"/>
            </a:endParaRPr>
          </a:p>
          <a:p>
            <a:pPr indent="0" algn="ctr" defTabSz="914400">
              <a:lnSpc>
                <a:spcPct val="100000"/>
              </a:lnSpc>
              <a:spcBef>
                <a:spcPts val="561"/>
              </a:spcBef>
              <a:buNone/>
              <a:tabLst>
                <a:tab algn="l" pos="0"/>
              </a:tabLst>
            </a:pPr>
            <a:r>
              <a:rPr b="0" lang="en-AU" sz="2800" strike="noStrike" u="none">
                <a:solidFill>
                  <a:schemeClr val="dk1"/>
                </a:solidFill>
                <a:effectLst/>
                <a:uFillTx/>
                <a:latin typeface="Arial"/>
                <a:ea typeface="Arial"/>
              </a:rPr>
              <a:t>Case Study 1:</a:t>
            </a:r>
            <a:endParaRPr b="0" lang="en-US" sz="2800" strike="noStrike" u="none">
              <a:solidFill>
                <a:srgbClr val="000000"/>
              </a:solidFill>
              <a:effectLst/>
              <a:uFillTx/>
              <a:latin typeface="Arial"/>
            </a:endParaRPr>
          </a:p>
        </p:txBody>
      </p:sp>
      <p:sp>
        <p:nvSpPr>
          <p:cNvPr id="84"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85" name="PlaceHolder 2"/>
          <p:cNvSpPr>
            <a:spLocks noGrp="1"/>
          </p:cNvSpPr>
          <p:nvPr>
            <p:ph type="sldNum" idx="38"/>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2A2DE04A-D738-41DF-B6F4-6CE7BCE366A1}"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86" name="TextBox 1"/>
          <p:cNvSpPr/>
          <p:nvPr/>
        </p:nvSpPr>
        <p:spPr>
          <a:xfrm>
            <a:off x="357480" y="1879560"/>
            <a:ext cx="8328600" cy="4523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trike="noStrike" u="none">
                <a:solidFill>
                  <a:schemeClr val="dk1"/>
                </a:solidFill>
                <a:effectLst/>
                <a:uFillTx/>
                <a:latin typeface="Arial"/>
                <a:ea typeface="宋体"/>
              </a:rPr>
              <a:t>SUBJECTIVE:</a:t>
            </a:r>
            <a:endParaRPr b="0" lang="en-US" sz="1800" strike="noStrike" u="none">
              <a:solidFill>
                <a:srgbClr val="000000"/>
              </a:solidFill>
              <a:effectLst/>
              <a:uFillTx/>
              <a:latin typeface="Arial"/>
            </a:endParaRPr>
          </a:p>
          <a:p>
            <a:pPr defTabSz="914400">
              <a:lnSpc>
                <a:spcPct val="100000"/>
              </a:lnSpc>
              <a:tabLst>
                <a:tab algn="l" pos="0"/>
              </a:tabLst>
            </a:pPr>
            <a:r>
              <a:rPr b="0" lang="en-US" sz="1800" strike="noStrike" u="none">
                <a:solidFill>
                  <a:schemeClr val="dk1"/>
                </a:solidFill>
                <a:effectLst/>
                <a:uFillTx/>
                <a:latin typeface="Times New Roman"/>
                <a:ea typeface="Times New Roman"/>
              </a:rPr>
              <a:t>T.M., a 38-year-old female, presents with a 3-week history of persistent fever, night sweats, weight loss (5 kg), and painless swelling in the right cervical lymph nodes. She was diagnosed with HIV 6 months ago but has not started ART (non-compliant due to stigma concerns). She reports fatigue and occasional headaches but denies cough, chest pain, or neurological symptoms. No history of TB exposure, smoking, or alcohol use. No known drug allergies.</a:t>
            </a:r>
            <a:endParaRPr b="0" lang="en-US" sz="1800" strike="noStrike" u="none">
              <a:solidFill>
                <a:srgbClr val="000000"/>
              </a:solidFill>
              <a:effectLst/>
              <a:uFillTx/>
              <a:latin typeface="Arial"/>
            </a:endParaRPr>
          </a:p>
          <a:p>
            <a:pPr defTabSz="914400">
              <a:lnSpc>
                <a:spcPct val="100000"/>
              </a:lnSpc>
              <a:tabLst>
                <a:tab algn="l" pos="0"/>
              </a:tabLst>
            </a:pPr>
            <a:r>
              <a:rPr b="1" lang="en-US" sz="1800" strike="noStrike" u="none">
                <a:solidFill>
                  <a:schemeClr val="dk1"/>
                </a:solidFill>
                <a:effectLst/>
                <a:uFillTx/>
                <a:latin typeface="Times New Roman"/>
                <a:ea typeface="SimSun"/>
              </a:rPr>
              <a:t>OBJECTIVE:</a:t>
            </a:r>
            <a:endParaRPr b="0" lang="en-US" sz="1800" strike="noStrike" u="none">
              <a:solidFill>
                <a:srgbClr val="000000"/>
              </a:solidFill>
              <a:effectLst/>
              <a:uFillTx/>
              <a:latin typeface="Arial"/>
            </a:endParaRPr>
          </a:p>
          <a:p>
            <a:pPr defTabSz="914400">
              <a:lnSpc>
                <a:spcPct val="100000"/>
              </a:lnSpc>
              <a:tabLst>
                <a:tab algn="l" pos="0"/>
              </a:tabLst>
            </a:pPr>
            <a:r>
              <a:rPr b="0" lang="en-US" sz="1800" strike="noStrike" u="none">
                <a:solidFill>
                  <a:schemeClr val="dk1"/>
                </a:solidFill>
                <a:effectLst/>
                <a:uFillTx/>
                <a:latin typeface="Arial"/>
                <a:ea typeface="宋体"/>
              </a:rPr>
              <a:t>Vital Signs: Temp 38.5°C, BP 110/70 mmHg, HR 92 bpm, RR 18 breaths/min, SpO2 96%.</a:t>
            </a:r>
            <a:endParaRPr b="0" lang="en-US" sz="1800" strike="noStrike" u="none">
              <a:solidFill>
                <a:srgbClr val="000000"/>
              </a:solidFill>
              <a:effectLst/>
              <a:uFillTx/>
              <a:latin typeface="Arial"/>
            </a:endParaRPr>
          </a:p>
          <a:p>
            <a:pPr defTabSz="914400">
              <a:lnSpc>
                <a:spcPct val="100000"/>
              </a:lnSpc>
              <a:tabLst>
                <a:tab algn="l" pos="0"/>
              </a:tabLst>
            </a:pPr>
            <a:r>
              <a:rPr b="0" lang="en-US" sz="1800" strike="noStrike" u="none">
                <a:solidFill>
                  <a:schemeClr val="dk1"/>
                </a:solidFill>
                <a:effectLst/>
                <a:uFillTx/>
                <a:latin typeface="Arial"/>
                <a:ea typeface="宋体"/>
              </a:rPr>
              <a:t>General Exam: Cachectic, pale.</a:t>
            </a:r>
            <a:endParaRPr b="0" lang="en-US" sz="1800" strike="noStrike" u="none">
              <a:solidFill>
                <a:srgbClr val="000000"/>
              </a:solidFill>
              <a:effectLst/>
              <a:uFillTx/>
              <a:latin typeface="Arial"/>
            </a:endParaRPr>
          </a:p>
          <a:p>
            <a:pPr defTabSz="914400">
              <a:lnSpc>
                <a:spcPct val="100000"/>
              </a:lnSpc>
              <a:tabLst>
                <a:tab algn="l" pos="0"/>
              </a:tabLst>
            </a:pPr>
            <a:r>
              <a:rPr b="0" lang="en-GB" sz="1800" strike="noStrike" u="none">
                <a:solidFill>
                  <a:schemeClr val="dk1"/>
                </a:solidFill>
                <a:effectLst/>
                <a:uFillTx/>
                <a:latin typeface="Arial"/>
                <a:ea typeface="宋体"/>
              </a:rPr>
              <a:t>Lymphatic Exam: Right cervical lymph nodes enlarged (3 x 4 cm), non-tender, firm.</a:t>
            </a:r>
            <a:endParaRPr b="0" lang="en-US" sz="1800" strike="noStrike" u="none">
              <a:solidFill>
                <a:srgbClr val="000000"/>
              </a:solidFill>
              <a:effectLst/>
              <a:uFillTx/>
              <a:latin typeface="Arial"/>
            </a:endParaRPr>
          </a:p>
          <a:p>
            <a:pPr defTabSz="914400">
              <a:lnSpc>
                <a:spcPct val="100000"/>
              </a:lnSpc>
              <a:tabLst>
                <a:tab algn="l" pos="0"/>
              </a:tabLst>
            </a:pPr>
            <a:endParaRPr b="0" lang="en-US" sz="1800" strike="noStrike" u="none">
              <a:solidFill>
                <a:srgbClr val="000000"/>
              </a:solidFill>
              <a:effectLst/>
              <a:uFillTx/>
              <a:latin typeface="Arial"/>
            </a:endParaRPr>
          </a:p>
          <a:p>
            <a:pPr defTabSz="914400">
              <a:lnSpc>
                <a:spcPct val="100000"/>
              </a:lnSpc>
              <a:tabLst>
                <a:tab algn="l" pos="0"/>
              </a:tabLst>
            </a:pPr>
            <a:endParaRPr b="0" lang="en-US" sz="1800" strike="noStrike" u="none">
              <a:solidFill>
                <a:srgbClr val="000000"/>
              </a:solidFill>
              <a:effectLst/>
              <a:uFillTx/>
              <a:latin typeface="Arial"/>
            </a:endParaRPr>
          </a:p>
          <a:p>
            <a:pPr defTabSz="914400">
              <a:lnSpc>
                <a:spcPct val="100000"/>
              </a:lnSpc>
              <a:tabLst>
                <a:tab algn="l" pos="0"/>
              </a:tabLst>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88"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1" lang="en-US" sz="2400" strike="noStrike" u="none">
                <a:solidFill>
                  <a:schemeClr val="dk2"/>
                </a:solidFill>
                <a:effectLst/>
                <a:uFillTx/>
                <a:latin typeface="Arial"/>
                <a:ea typeface="Arial"/>
              </a:rPr>
              <a:t>.</a:t>
            </a:r>
            <a:br>
              <a:rPr sz="2400"/>
            </a:br>
            <a:endParaRPr b="0" lang="en-US" sz="2400" strike="noStrike" u="none">
              <a:solidFill>
                <a:srgbClr val="000000"/>
              </a:solidFill>
              <a:effectLst/>
              <a:uFillTx/>
              <a:latin typeface="Arial"/>
            </a:endParaRPr>
          </a:p>
        </p:txBody>
      </p:sp>
      <p:sp>
        <p:nvSpPr>
          <p:cNvPr id="89" name="PlaceHolder 2"/>
          <p:cNvSpPr>
            <a:spLocks noGrp="1"/>
          </p:cNvSpPr>
          <p:nvPr>
            <p:ph/>
          </p:nvPr>
        </p:nvSpPr>
        <p:spPr>
          <a:xfrm>
            <a:off x="510480" y="976680"/>
            <a:ext cx="8175600" cy="4525560"/>
          </a:xfrm>
          <a:prstGeom prst="rect">
            <a:avLst/>
          </a:prstGeom>
          <a:noFill/>
          <a:ln w="9360">
            <a:noFill/>
          </a:ln>
        </p:spPr>
        <p:txBody>
          <a:bodyPr lIns="90000" rIns="90000" tIns="45000" bIns="45000" anchor="t">
            <a:noAutofit/>
          </a:bodyPr>
          <a:p>
            <a:pPr marL="343080" indent="-343080" defTabSz="9144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Arial"/>
              </a:rPr>
              <a:t>Labs: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-CD4 Count: 120 cells/µL (indicates advanced HIV).</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-HIV Viral Load: 150,000 copies/mL.</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-Hemoglobin: 9.5 g/dL (mild anemia).</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-ESR: 80 mm/hr (elevated).</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-Liver/Renal Function: Normal.</a:t>
            </a:r>
            <a:endParaRPr b="0" lang="en-US" sz="2000" strike="noStrike" u="none">
              <a:solidFill>
                <a:srgbClr val="000000"/>
              </a:solidFill>
              <a:effectLst/>
              <a:uFillTx/>
              <a:latin typeface="Arial"/>
            </a:endParaRPr>
          </a:p>
          <a:p>
            <a:pPr marL="285840" indent="-285840" defTabSz="914400">
              <a:lnSpc>
                <a:spcPct val="100000"/>
              </a:lnSpc>
              <a:spcBef>
                <a:spcPts val="400"/>
              </a:spcBef>
              <a:buClr>
                <a:srgbClr val="000000"/>
              </a:buClr>
              <a:buFont typeface="Arial"/>
              <a:buChar char="•"/>
              <a:tabLst>
                <a:tab algn="l" pos="0"/>
              </a:tabLst>
            </a:pPr>
            <a:r>
              <a:rPr b="0" lang="en-US" sz="2000" strike="noStrike" u="none">
                <a:solidFill>
                  <a:schemeClr val="dk1"/>
                </a:solidFill>
                <a:effectLst/>
                <a:uFillTx/>
                <a:latin typeface="Arial"/>
                <a:ea typeface="Arial"/>
              </a:rPr>
              <a:t>Specific Diagnostics: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-Fine Needle Aspiration Cytology (FNAC) of lymph node: Granulomatous inflammation with acid-fast bacilli (AFB) detected.</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-GeneXpert MTB/RIF: M. tuberculosisdetected, rifampicin-sensitive.</a:t>
            </a:r>
            <a:endParaRPr b="0" lang="en-US" sz="2000" strike="noStrike" u="none">
              <a:solidFill>
                <a:srgbClr val="000000"/>
              </a:solidFill>
              <a:effectLst/>
              <a:uFillTx/>
              <a:latin typeface="Arial"/>
            </a:endParaRPr>
          </a:p>
          <a:p>
            <a:pPr indent="0" algn="just" defTabSz="914400">
              <a:lnSpc>
                <a:spcPct val="150000"/>
              </a:lnSpc>
              <a:buNone/>
              <a:tabLst>
                <a:tab algn="l" pos="0"/>
              </a:tabLst>
            </a:pPr>
            <a:r>
              <a:rPr b="1" lang="en-US" sz="1800" strike="noStrike" u="none">
                <a:solidFill>
                  <a:schemeClr val="dk1"/>
                </a:solidFill>
                <a:effectLst/>
                <a:uFillTx/>
                <a:latin typeface="Times New Roman"/>
                <a:ea typeface="Times New Roman"/>
              </a:rPr>
              <a:t>ASSESSMENT (A):</a:t>
            </a:r>
            <a:endParaRPr b="0" lang="en-US" sz="1800" strike="noStrike" u="none">
              <a:solidFill>
                <a:srgbClr val="000000"/>
              </a:solidFill>
              <a:effectLst/>
              <a:uFillTx/>
              <a:latin typeface="Arial"/>
            </a:endParaRPr>
          </a:p>
          <a:p>
            <a:pPr indent="0" algn="just" defTabSz="914400">
              <a:lnSpc>
                <a:spcPct val="150000"/>
              </a:lnSpc>
              <a:buNone/>
              <a:tabLst>
                <a:tab algn="l" pos="0"/>
              </a:tabLst>
            </a:pPr>
            <a:r>
              <a:rPr b="1" lang="en-US" sz="1800" strike="noStrike" u="none">
                <a:solidFill>
                  <a:schemeClr val="dk1"/>
                </a:solidFill>
                <a:effectLst/>
                <a:uFillTx/>
                <a:latin typeface="Times New Roman"/>
                <a:ea typeface="SimSun"/>
              </a:rPr>
              <a:t>-</a:t>
            </a:r>
            <a:r>
              <a:rPr b="0" lang="en-GB" sz="1800" strike="noStrike" u="none">
                <a:solidFill>
                  <a:schemeClr val="dk1"/>
                </a:solidFill>
                <a:effectLst/>
                <a:uFillTx/>
                <a:latin typeface="Arial"/>
                <a:ea typeface="Arial"/>
              </a:rPr>
              <a:t> Extra-pulmonary TB (lymph node TB) in a patient with HIV co-infection (CD4 &lt;200 cells/µL).</a:t>
            </a:r>
            <a:endParaRPr b="0" lang="en-US" sz="1800" strike="noStrike" u="none">
              <a:solidFill>
                <a:srgbClr val="000000"/>
              </a:solidFill>
              <a:effectLst/>
              <a:uFillTx/>
              <a:latin typeface="Arial"/>
            </a:endParaRPr>
          </a:p>
        </p:txBody>
      </p:sp>
      <p:sp>
        <p:nvSpPr>
          <p:cNvPr id="90"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91" name="PlaceHolder 3"/>
          <p:cNvSpPr>
            <a:spLocks noGrp="1"/>
          </p:cNvSpPr>
          <p:nvPr>
            <p:ph type="sldNum" idx="39"/>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8EA29284-C297-4F39-9AB4-D0F1AE2FF5CD}"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92" name="TextBox 4"/>
          <p:cNvSpPr/>
          <p:nvPr/>
        </p:nvSpPr>
        <p:spPr>
          <a:xfrm>
            <a:off x="807840" y="576360"/>
            <a:ext cx="8175600" cy="399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2000" strike="noStrike" u="none">
                <a:solidFill>
                  <a:schemeClr val="dk1"/>
                </a:solidFill>
                <a:effectLst/>
                <a:uFillTx/>
                <a:latin typeface="Arial"/>
                <a:ea typeface="宋体"/>
              </a:rPr>
              <a:t>CONT.</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94" name="PlaceHolder 1"/>
          <p:cNvSpPr>
            <a:spLocks noGrp="1"/>
          </p:cNvSpPr>
          <p:nvPr>
            <p:ph type="title"/>
          </p:nvPr>
        </p:nvSpPr>
        <p:spPr>
          <a:xfrm>
            <a:off x="457200" y="37800"/>
            <a:ext cx="8228880" cy="11422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0" lang="en-US" sz="4400" strike="noStrike" u="none">
                <a:solidFill>
                  <a:schemeClr val="dk2"/>
                </a:solidFill>
                <a:effectLst/>
                <a:uFillTx/>
                <a:latin typeface="Arial"/>
                <a:ea typeface="Arial"/>
              </a:rPr>
              <a:t>CONT.</a:t>
            </a:r>
            <a:endParaRPr b="0" lang="en-US" sz="4400" strike="noStrike" u="none">
              <a:solidFill>
                <a:srgbClr val="000000"/>
              </a:solidFill>
              <a:effectLst/>
              <a:uFillTx/>
              <a:latin typeface="Arial"/>
            </a:endParaRPr>
          </a:p>
        </p:txBody>
      </p:sp>
      <p:sp>
        <p:nvSpPr>
          <p:cNvPr id="95" name="PlaceHolder 2"/>
          <p:cNvSpPr>
            <a:spLocks noGrp="1"/>
          </p:cNvSpPr>
          <p:nvPr>
            <p:ph/>
          </p:nvPr>
        </p:nvSpPr>
        <p:spPr>
          <a:xfrm>
            <a:off x="485640" y="1009080"/>
            <a:ext cx="8200440" cy="5589360"/>
          </a:xfrm>
          <a:prstGeom prst="rect">
            <a:avLst/>
          </a:prstGeom>
          <a:noFill/>
          <a:ln w="9360">
            <a:noFill/>
          </a:ln>
        </p:spPr>
        <p:txBody>
          <a:bodyPr lIns="90000" rIns="90000" tIns="45000" bIns="45000" anchor="t">
            <a:noAutofit/>
          </a:bodyPr>
          <a:p>
            <a:pPr indent="0" defTabSz="914400">
              <a:lnSpc>
                <a:spcPct val="100000"/>
              </a:lnSpc>
              <a:spcBef>
                <a:spcPts val="360"/>
              </a:spcBef>
              <a:buNone/>
              <a:tabLst>
                <a:tab algn="l" pos="0"/>
              </a:tabLst>
            </a:pPr>
            <a:r>
              <a:rPr b="1" lang="en-US" sz="1800" strike="noStrike" u="none">
                <a:solidFill>
                  <a:schemeClr val="dk1"/>
                </a:solidFill>
                <a:effectLst/>
                <a:uFillTx/>
                <a:latin typeface="Arial"/>
                <a:ea typeface="Arial"/>
              </a:rPr>
              <a:t>PLAN(P)</a:t>
            </a:r>
            <a:endParaRPr b="0" lang="en-US" sz="1800" strike="noStrike" u="none">
              <a:solidFill>
                <a:srgbClr val="000000"/>
              </a:solidFill>
              <a:effectLst/>
              <a:uFillTx/>
              <a:latin typeface="Arial"/>
            </a:endParaRPr>
          </a:p>
          <a:p>
            <a:pPr marL="343080" indent="-343080"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Anti-TB Therapy (2-month intensive phase):</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-Rifampicin 600 mg daily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-Isoniazid 300 mg daily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-Pyrazinamide 1.5 g daily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-Ethambutol 800 mg daily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-Followed by 4-month continuation phase (Rifampicin and Isoniazid only).</a:t>
            </a:r>
            <a:endParaRPr b="0" lang="en-US" sz="1800" strike="noStrike" u="none">
              <a:solidFill>
                <a:srgbClr val="000000"/>
              </a:solidFill>
              <a:effectLst/>
              <a:uFillTx/>
              <a:latin typeface="Arial"/>
            </a:endParaRPr>
          </a:p>
          <a:p>
            <a:pPr marL="343080" indent="-343080"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Pyridoxine: 25 mg daily (to prevent isoniazid-induced neuropathy).</a:t>
            </a:r>
            <a:endParaRPr b="0" lang="en-US" sz="1800" strike="noStrike" u="none">
              <a:solidFill>
                <a:srgbClr val="000000"/>
              </a:solidFill>
              <a:effectLst/>
              <a:uFillTx/>
              <a:latin typeface="Arial"/>
            </a:endParaRPr>
          </a:p>
          <a:p>
            <a:pPr marL="343080" indent="-343080"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Antiretroviral Therapy (ART) - Initiated within 2 weeks:</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-Tenofovir disoproxil fumarate (TDF) 300 mg daily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-Lamivudine (3TC) 300 mg daily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US" sz="1800" strike="noStrike" u="none">
                <a:solidFill>
                  <a:schemeClr val="dk1"/>
                </a:solidFill>
                <a:effectLst/>
                <a:uFillTx/>
                <a:latin typeface="Arial"/>
                <a:ea typeface="Arial"/>
              </a:rPr>
              <a:t>-Dolutegravir (DTG) 50 mg twice daily(adjusted for rifampicin interaction).</a:t>
            </a:r>
            <a:endParaRPr b="0" lang="en-US" sz="1800" strike="noStrike" u="none">
              <a:solidFill>
                <a:srgbClr val="000000"/>
              </a:solidFill>
              <a:effectLst/>
              <a:uFillTx/>
              <a:latin typeface="Arial"/>
            </a:endParaRPr>
          </a:p>
          <a:p>
            <a:pPr marL="343080" indent="-343080"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Pneumocystis Pneumonia Prophylaxis:Cotrimoxazole 960 mg daily (due to CD4 &lt;200 cells/µL).</a:t>
            </a:r>
            <a:endParaRPr b="0" lang="en-US" sz="1800" strike="noStrike" u="none">
              <a:solidFill>
                <a:srgbClr val="000000"/>
              </a:solidFill>
              <a:effectLst/>
              <a:uFillTx/>
              <a:latin typeface="Arial"/>
            </a:endParaRPr>
          </a:p>
          <a:p>
            <a:pPr marL="343080" indent="-343080" defTabSz="914400">
              <a:lnSpc>
                <a:spcPct val="100000"/>
              </a:lnSpc>
              <a:spcBef>
                <a:spcPts val="360"/>
              </a:spcBef>
              <a:buClr>
                <a:srgbClr val="000000"/>
              </a:buClr>
              <a:buFont typeface="Symbol" charset="2"/>
              <a:buChar char=""/>
              <a:tabLst>
                <a:tab algn="l" pos="0"/>
              </a:tabLst>
            </a:pPr>
            <a:r>
              <a:rPr b="0" lang="en-US" sz="1800" strike="noStrike" u="none">
                <a:solidFill>
                  <a:schemeClr val="dk1"/>
                </a:solidFill>
                <a:effectLst/>
                <a:uFillTx/>
                <a:latin typeface="Arial"/>
                <a:ea typeface="Arial"/>
              </a:rPr>
              <a:t>Symptomatic Relief: Paracetamol 1g as needed for fever.</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endParaRPr b="0" lang="en-US" sz="1800" strike="noStrike" u="none">
              <a:solidFill>
                <a:srgbClr val="000000"/>
              </a:solidFill>
              <a:effectLst/>
              <a:uFillTx/>
              <a:latin typeface="Arial"/>
            </a:endParaRPr>
          </a:p>
        </p:txBody>
      </p:sp>
      <p:sp>
        <p:nvSpPr>
          <p:cNvPr id="96"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97" name="PlaceHolder 3"/>
          <p:cNvSpPr>
            <a:spLocks noGrp="1"/>
          </p:cNvSpPr>
          <p:nvPr>
            <p:ph type="sldNum" idx="40"/>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D0638E33-C160-48F9-988E-3186C754B9F4}"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99"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00" name="PlaceHolder 2"/>
          <p:cNvSpPr>
            <a:spLocks noGrp="1"/>
          </p:cNvSpPr>
          <p:nvPr>
            <p:ph/>
          </p:nvPr>
        </p:nvSpPr>
        <p:spPr>
          <a:xfrm>
            <a:off x="486360" y="609480"/>
            <a:ext cx="8199720" cy="4951080"/>
          </a:xfrm>
          <a:prstGeom prst="rect">
            <a:avLst/>
          </a:prstGeom>
          <a:noFill/>
          <a:ln w="9360">
            <a:noFill/>
          </a:ln>
        </p:spPr>
        <p:txBody>
          <a:bodyPr lIns="90000" rIns="90000" tIns="45000" bIns="45000" anchor="t">
            <a:noAutofit/>
          </a:bodyPr>
          <a:p>
            <a:pPr indent="0" algn="just" defTabSz="914400">
              <a:lnSpc>
                <a:spcPct val="150000"/>
              </a:lnSpc>
              <a:buNone/>
              <a:tabLst>
                <a:tab algn="l" pos="0"/>
              </a:tabLst>
            </a:pPr>
            <a:r>
              <a:rPr b="1" lang="en-US" sz="1600" strike="noStrike" u="none">
                <a:solidFill>
                  <a:schemeClr val="dk1"/>
                </a:solidFill>
                <a:effectLst/>
                <a:uFillTx/>
                <a:latin typeface="Times New Roman"/>
                <a:ea typeface="Times New Roman"/>
              </a:rPr>
              <a:t>GOALS OF PHARMACOTHERAPY</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1. Eradicate </a:t>
            </a:r>
            <a:r>
              <a:rPr b="0" i="1" lang="en-US" sz="1600" strike="noStrike" u="none">
                <a:solidFill>
                  <a:schemeClr val="dk1"/>
                </a:solidFill>
                <a:effectLst/>
                <a:uFillTx/>
                <a:latin typeface="Times New Roman"/>
                <a:ea typeface="Times New Roman"/>
              </a:rPr>
              <a:t>M. tuberculosis</a:t>
            </a:r>
            <a:r>
              <a:rPr b="0" lang="en-US" sz="1600" strike="noStrike" u="none">
                <a:solidFill>
                  <a:schemeClr val="dk1"/>
                </a:solidFill>
                <a:effectLst/>
                <a:uFillTx/>
                <a:latin typeface="Times New Roman"/>
                <a:ea typeface="Times New Roman"/>
              </a:rPr>
              <a:t> to cure EPTB.</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2. Suppress HIV viral load and improve immune function.</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3. Prevent drug-resistant TB through adherence to therapy.</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4. Minimize drug interactions between anti-TB and ART medications.</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5. Manage symptoms (e.g., fever, lymphadenopathy) and improve quality of life.</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6. Prevent opportunistic infections and IRIS-related complications.</a:t>
            </a:r>
            <a:endParaRPr b="0" lang="en-US" sz="1600" strike="noStrike" u="none">
              <a:solidFill>
                <a:srgbClr val="000000"/>
              </a:solidFill>
              <a:effectLst/>
              <a:uFillTx/>
              <a:latin typeface="Arial"/>
            </a:endParaRPr>
          </a:p>
          <a:p>
            <a:pPr indent="0" algn="just" defTabSz="914400">
              <a:lnSpc>
                <a:spcPct val="150000"/>
              </a:lnSpc>
              <a:buNone/>
              <a:tabLst>
                <a:tab algn="l" pos="0"/>
              </a:tabLst>
            </a:pPr>
            <a:r>
              <a:rPr b="1" lang="en-US" sz="1600" strike="noStrike" u="none">
                <a:solidFill>
                  <a:schemeClr val="dk1"/>
                </a:solidFill>
                <a:effectLst/>
                <a:uFillTx/>
                <a:latin typeface="Times New Roman"/>
                <a:ea typeface="Times New Roman"/>
              </a:rPr>
              <a:t>PHARMACOTHERAPY</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 Rifampicin 600 mg daily, Isoniazid 300 mg daily, Pyrazinamide 1.5 g daily, Ethambutol 800 mg daily (2-month intensive phase, followed by rifampicin and isoniazid for 4 months).</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 Pyridoxine 25 mg daily to prevent neuropathy.</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 TDF 300 mg daily, 3TC 300 mg daily, DTG 50 mg twice daily (ART regimen).</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 Cotrimoxazole 960 mg daily for pneumocystis prophylaxis.</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 Paracetamol 1 g as needed for fever.</a:t>
            </a:r>
            <a:endParaRPr b="0" lang="en-US" sz="1600" strike="noStrike" u="none">
              <a:solidFill>
                <a:srgbClr val="000000"/>
              </a:solidFill>
              <a:effectLst/>
              <a:uFillTx/>
              <a:latin typeface="Arial"/>
            </a:endParaRPr>
          </a:p>
          <a:p>
            <a:pPr indent="0" algn="just" defTabSz="914400">
              <a:lnSpc>
                <a:spcPct val="150000"/>
              </a:lnSpc>
              <a:buNone/>
              <a:tabLst>
                <a:tab algn="l" pos="0"/>
              </a:tabLst>
            </a:pP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endParaRPr b="0" lang="en-US" sz="1600" strike="noStrike" u="none">
              <a:solidFill>
                <a:srgbClr val="000000"/>
              </a:solidFill>
              <a:effectLst/>
              <a:uFillTx/>
              <a:latin typeface="Arial"/>
            </a:endParaRPr>
          </a:p>
        </p:txBody>
      </p:sp>
      <p:sp>
        <p:nvSpPr>
          <p:cNvPr id="101"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02" name="PlaceHolder 3"/>
          <p:cNvSpPr>
            <a:spLocks noGrp="1"/>
          </p:cNvSpPr>
          <p:nvPr>
            <p:ph type="sldNum" idx="41"/>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976FACC5-F612-4A78-8EA5-6217ED1ED11A}"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03" name="TextBox 1"/>
          <p:cNvSpPr/>
          <p:nvPr/>
        </p:nvSpPr>
        <p:spPr>
          <a:xfrm flipH="1">
            <a:off x="623160" y="240120"/>
            <a:ext cx="394776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trike="noStrike" u="none">
                <a:solidFill>
                  <a:schemeClr val="dk1"/>
                </a:solidFill>
                <a:effectLst/>
                <a:uFillTx/>
                <a:latin typeface="Arial"/>
                <a:ea typeface="宋体"/>
              </a:rPr>
              <a:t>CONT.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05"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06" name="PlaceHolder 2"/>
          <p:cNvSpPr>
            <a:spLocks noGrp="1"/>
          </p:cNvSpPr>
          <p:nvPr>
            <p:ph/>
          </p:nvPr>
        </p:nvSpPr>
        <p:spPr>
          <a:xfrm>
            <a:off x="533520" y="816480"/>
            <a:ext cx="8152560" cy="5828760"/>
          </a:xfrm>
          <a:prstGeom prst="rect">
            <a:avLst/>
          </a:prstGeom>
          <a:noFill/>
          <a:ln w="9360">
            <a:noFill/>
          </a:ln>
        </p:spPr>
        <p:txBody>
          <a:bodyPr lIns="90000" rIns="90000" tIns="45000" bIns="45000" anchor="t">
            <a:noAutofit/>
          </a:bodyPr>
          <a:p>
            <a:pPr marL="343080" indent="-343080" defTabSz="914400">
              <a:lnSpc>
                <a:spcPct val="100000"/>
              </a:lnSpc>
              <a:spcBef>
                <a:spcPts val="360"/>
              </a:spcBef>
              <a:buClr>
                <a:srgbClr val="000000"/>
              </a:buClr>
              <a:buFont typeface="Symbol" charset="2"/>
              <a:buChar char=""/>
            </a:pPr>
            <a:r>
              <a:rPr b="1" lang="en-US" sz="1800" strike="noStrike" u="none">
                <a:solidFill>
                  <a:schemeClr val="dk1"/>
                </a:solidFill>
                <a:effectLst/>
                <a:uFillTx/>
                <a:latin typeface="Arial"/>
                <a:ea typeface="Arial"/>
              </a:rPr>
              <a:t>Drug-Drug Interactions (DDI) Management:</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-Ensured DTG dose adjustment to 50 mg twice daily to overcome rifampicin's inductive effect on DTG metabolism.</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-Monitored for hepatotoxicity (rifampicin, isoniazid) and nephrotoxicity (TDF).</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oAdherence &amp; Patient Education:</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-Educated on the critical importance of consistent anti-TB and ART adherence to prevent resistance and treatment failure.</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-Counselled on pyridoxine and cotrimoxazole to prevent complications.</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-Discussed potential side effects: rifampicin-induced orange urine, isoniazid neuropathy, DTG-related insomnia.</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-Reinforced adherence strategies (e.g., pill organizers, reminders).</a:t>
            </a:r>
            <a:endParaRPr b="0" lang="en-US" sz="1800" strike="noStrike" u="none">
              <a:solidFill>
                <a:srgbClr val="000000"/>
              </a:solidFill>
              <a:effectLst/>
              <a:uFillTx/>
              <a:latin typeface="Arial"/>
            </a:endParaRPr>
          </a:p>
          <a:p>
            <a:pPr marL="285840" indent="-285840" defTabSz="914400">
              <a:lnSpc>
                <a:spcPct val="100000"/>
              </a:lnSpc>
              <a:spcBef>
                <a:spcPts val="360"/>
              </a:spcBef>
              <a:buClr>
                <a:srgbClr val="000000"/>
              </a:buClr>
              <a:buFont typeface="Arial"/>
              <a:buChar char="•"/>
              <a:tabLst>
                <a:tab algn="l" pos="0"/>
              </a:tabLst>
            </a:pPr>
            <a:r>
              <a:rPr b="1" lang="en-AU" sz="1800" strike="noStrike" u="none">
                <a:solidFill>
                  <a:schemeClr val="dk1"/>
                </a:solidFill>
                <a:effectLst/>
                <a:uFillTx/>
                <a:latin typeface="Arial"/>
                <a:ea typeface="Arial"/>
              </a:rPr>
              <a:t>Monitoring:</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-Confirmed correct dosing and duration of anti-TB therapy.</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-Monitored for adverse effects (rash, hepatotoxicity, IRIS).</a:t>
            </a:r>
            <a:endParaRPr b="0" lang="en-US" sz="1800" strike="noStrike" u="none">
              <a:solidFill>
                <a:srgbClr val="000000"/>
              </a:solidFill>
              <a:effectLst/>
              <a:uFillTx/>
              <a:latin typeface="Arial"/>
            </a:endParaRPr>
          </a:p>
          <a:p>
            <a:pPr indent="0" defTabSz="914400">
              <a:lnSpc>
                <a:spcPct val="100000"/>
              </a:lnSpc>
              <a:spcBef>
                <a:spcPts val="360"/>
              </a:spcBef>
              <a:buNone/>
              <a:tabLst>
                <a:tab algn="l" pos="0"/>
              </a:tabLst>
            </a:pPr>
            <a:r>
              <a:rPr b="0" lang="en-AU" sz="1800" strike="noStrike" u="none">
                <a:solidFill>
                  <a:schemeClr val="dk1"/>
                </a:solidFill>
                <a:effectLst/>
                <a:uFillTx/>
                <a:latin typeface="Arial"/>
                <a:ea typeface="Arial"/>
              </a:rPr>
              <a:t>Tracked clinical response (lymph node size, fever resolution) and lab parameters (liver function, CD4 count).</a:t>
            </a:r>
            <a:endParaRPr b="0" lang="en-US" sz="1800" strike="noStrike" u="none">
              <a:solidFill>
                <a:srgbClr val="000000"/>
              </a:solidFill>
              <a:effectLst/>
              <a:uFillTx/>
              <a:latin typeface="Arial"/>
            </a:endParaRPr>
          </a:p>
        </p:txBody>
      </p:sp>
      <p:sp>
        <p:nvSpPr>
          <p:cNvPr id="107"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08" name="PlaceHolder 3"/>
          <p:cNvSpPr>
            <a:spLocks noGrp="1"/>
          </p:cNvSpPr>
          <p:nvPr>
            <p:ph type="sldNum" idx="42"/>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D114D601-44F8-4797-97C2-B5013916E3F0}"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09" name="TextBox 4"/>
          <p:cNvSpPr/>
          <p:nvPr/>
        </p:nvSpPr>
        <p:spPr>
          <a:xfrm>
            <a:off x="326520" y="212040"/>
            <a:ext cx="8653320" cy="460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2400" strike="noStrike" u="none">
                <a:solidFill>
                  <a:schemeClr val="dk1"/>
                </a:solidFill>
                <a:effectLst/>
                <a:uFillTx/>
                <a:latin typeface="Arial"/>
                <a:ea typeface="宋体"/>
              </a:rPr>
              <a:t> </a:t>
            </a:r>
            <a:r>
              <a:rPr b="1" lang="en-US" sz="1800" strike="noStrike" u="none">
                <a:solidFill>
                  <a:schemeClr val="dk1"/>
                </a:solidFill>
                <a:effectLst/>
                <a:uFillTx/>
                <a:latin typeface="Arial"/>
                <a:ea typeface="宋体"/>
              </a:rPr>
              <a:t>Pharmacist's Interventions &amp; Pharmaceutical Care Issue</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11" name="PlaceHolder 1"/>
          <p:cNvSpPr>
            <a:spLocks noGrp="1"/>
          </p:cNvSpPr>
          <p:nvPr>
            <p:ph/>
          </p:nvPr>
        </p:nvSpPr>
        <p:spPr>
          <a:xfrm>
            <a:off x="376200" y="358200"/>
            <a:ext cx="8175600" cy="5794560"/>
          </a:xfrm>
          <a:prstGeom prst="rect">
            <a:avLst/>
          </a:prstGeom>
          <a:noFill/>
          <a:ln w="9360">
            <a:noFill/>
          </a:ln>
        </p:spPr>
        <p:txBody>
          <a:bodyPr lIns="90000" rIns="90000" tIns="45000" bIns="45000" anchor="t">
            <a:noAutofit/>
          </a:bodyPr>
          <a:p>
            <a:pPr indent="0" algn="ctr" defTabSz="914400">
              <a:lnSpc>
                <a:spcPct val="100000"/>
              </a:lnSpc>
              <a:spcBef>
                <a:spcPts val="479"/>
              </a:spcBef>
              <a:buNone/>
              <a:tabLst>
                <a:tab algn="l" pos="0"/>
              </a:tabLst>
            </a:pPr>
            <a:r>
              <a:rPr b="1" lang="en-US" sz="2400" strike="noStrike" u="none">
                <a:solidFill>
                  <a:schemeClr val="dk1"/>
                </a:solidFill>
                <a:effectLst/>
                <a:uFillTx/>
                <a:latin typeface="Arial"/>
                <a:ea typeface="Arial"/>
              </a:rPr>
              <a:t>MANAGEMENT OF RECURRENT URINARY TRACT INFECTIONS (UTIs)</a:t>
            </a:r>
            <a:endParaRPr b="0" lang="en-US" sz="2400" strike="noStrike" u="none">
              <a:solidFill>
                <a:srgbClr val="000000"/>
              </a:solidFill>
              <a:effectLst/>
              <a:uFillTx/>
              <a:latin typeface="Arial"/>
            </a:endParaRPr>
          </a:p>
          <a:p>
            <a:pPr indent="0" algn="ctr" defTabSz="914400">
              <a:lnSpc>
                <a:spcPct val="100000"/>
              </a:lnSpc>
              <a:spcBef>
                <a:spcPts val="479"/>
              </a:spcBef>
              <a:buNone/>
              <a:tabLst>
                <a:tab algn="l" pos="0"/>
              </a:tabLst>
            </a:pPr>
            <a:r>
              <a:rPr b="1" lang="en-US" sz="2400" strike="noStrike" u="none">
                <a:solidFill>
                  <a:schemeClr val="dk1"/>
                </a:solidFill>
                <a:effectLst/>
                <a:uFillTx/>
                <a:latin typeface="Arial"/>
                <a:ea typeface="Arial"/>
              </a:rPr>
              <a:t>Case Study 2</a:t>
            </a:r>
            <a:endParaRPr b="0" lang="en-US" sz="2400" strike="noStrike" u="none">
              <a:solidFill>
                <a:srgbClr val="000000"/>
              </a:solidFill>
              <a:effectLst/>
              <a:uFillTx/>
              <a:latin typeface="Arial"/>
            </a:endParaRPr>
          </a:p>
          <a:p>
            <a:pPr indent="0" defTabSz="914400">
              <a:lnSpc>
                <a:spcPct val="100000"/>
              </a:lnSpc>
              <a:spcBef>
                <a:spcPts val="320"/>
              </a:spcBef>
              <a:buNone/>
              <a:tabLst>
                <a:tab algn="l" pos="0"/>
              </a:tabLst>
            </a:pPr>
            <a:r>
              <a:rPr b="1" lang="en-US" sz="1600" strike="noStrike" u="none">
                <a:solidFill>
                  <a:schemeClr val="dk1"/>
                </a:solidFill>
                <a:effectLst/>
                <a:uFillTx/>
                <a:latin typeface="Arial"/>
                <a:ea typeface="Arial"/>
              </a:rPr>
              <a:t>SUBJECTIVE:</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A 32-year-old single female, L.K., presents to the clinic complaining of recurrent urinary symptoms over the past 8 months. She reports three episodes of burning during urination, frequent urination, and lower abdominal discomfort, with the most recent episode starting 3 days ago. She notes that symptoms often occur after sexual activity with different partners. She denies fever, flank pain, or hematuria. L.K. admits to having multiple sexual partners and inconsistent condom use. She uses a diaphragm with spermicide for contraception. No history of diabetes, kidney stones, or anatomical abnormalities. She does not smoke or use alcohol. No allergies reported.</a:t>
            </a:r>
            <a:endParaRPr b="0" lang="en-US" sz="1800" strike="noStrike" u="none">
              <a:solidFill>
                <a:srgbClr val="000000"/>
              </a:solidFill>
              <a:effectLst/>
              <a:uFillTx/>
              <a:latin typeface="Arial"/>
            </a:endParaRPr>
          </a:p>
        </p:txBody>
      </p:sp>
      <p:sp>
        <p:nvSpPr>
          <p:cNvPr id="112"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13" name="PlaceHolder 2"/>
          <p:cNvSpPr>
            <a:spLocks noGrp="1"/>
          </p:cNvSpPr>
          <p:nvPr>
            <p:ph type="sldNum" idx="43"/>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AF6A6C4D-E0BA-4449-A0D8-4C00196F63A1}"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15"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16" name="PlaceHolder 2"/>
          <p:cNvSpPr>
            <a:spLocks noGrp="1"/>
          </p:cNvSpPr>
          <p:nvPr>
            <p:ph/>
          </p:nvPr>
        </p:nvSpPr>
        <p:spPr>
          <a:xfrm>
            <a:off x="556920" y="1104120"/>
            <a:ext cx="8129160" cy="5021640"/>
          </a:xfrm>
          <a:prstGeom prst="rect">
            <a:avLst/>
          </a:prstGeom>
          <a:noFill/>
          <a:ln w="9360">
            <a:noFill/>
          </a:ln>
        </p:spPr>
        <p:txBody>
          <a:bodyPr lIns="90000" rIns="90000" tIns="45000" bIns="45000" anchor="t">
            <a:noAutofit/>
          </a:bodyPr>
          <a:p>
            <a:pPr indent="0" defTabSz="914400">
              <a:lnSpc>
                <a:spcPct val="100000"/>
              </a:lnSpc>
              <a:spcBef>
                <a:spcPts val="400"/>
              </a:spcBef>
              <a:buNone/>
              <a:tabLst>
                <a:tab algn="l" pos="0"/>
              </a:tabLst>
            </a:pPr>
            <a:r>
              <a:rPr b="1" lang="en-US" sz="2000" strike="noStrike" u="none">
                <a:solidFill>
                  <a:schemeClr val="dk1"/>
                </a:solidFill>
                <a:effectLst/>
                <a:uFillTx/>
                <a:latin typeface="Arial"/>
                <a:ea typeface="Arial"/>
              </a:rPr>
              <a:t>OBJECTIVE:</a:t>
            </a:r>
            <a:endParaRPr b="0" lang="en-US" sz="2000" strike="noStrike" u="none">
              <a:solidFill>
                <a:srgbClr val="000000"/>
              </a:solidFill>
              <a:effectLst/>
              <a:uFillTx/>
              <a:latin typeface="Arial"/>
            </a:endParaRPr>
          </a:p>
          <a:p>
            <a:pPr marL="343080" indent="-343080" defTabSz="914400">
              <a:lnSpc>
                <a:spcPct val="100000"/>
              </a:lnSpc>
              <a:spcBef>
                <a:spcPts val="400"/>
              </a:spcBef>
              <a:buClr>
                <a:srgbClr val="000000"/>
              </a:buClr>
              <a:buFont typeface="Symbol" charset="2"/>
              <a:buChar char=""/>
              <a:tabLst>
                <a:tab algn="l" pos="0"/>
              </a:tabLst>
            </a:pPr>
            <a:r>
              <a:rPr b="0" lang="en-US" sz="2000" strike="noStrike" u="none">
                <a:solidFill>
                  <a:schemeClr val="dk1"/>
                </a:solidFill>
                <a:effectLst/>
                <a:uFillTx/>
                <a:latin typeface="Arial"/>
                <a:ea typeface="Arial"/>
              </a:rPr>
              <a:t>Urinalysis (current episode): Positive for leukocyte esterase, nitrites, and numerous white blood cells (&gt;10/HPF).</a:t>
            </a:r>
            <a:endParaRPr b="0" lang="en-US" sz="2000" strike="noStrike" u="none">
              <a:solidFill>
                <a:srgbClr val="000000"/>
              </a:solidFill>
              <a:effectLst/>
              <a:uFillTx/>
              <a:latin typeface="Arial"/>
            </a:endParaRPr>
          </a:p>
          <a:p>
            <a:pPr marL="343080" indent="-343080" defTabSz="914400">
              <a:lnSpc>
                <a:spcPct val="100000"/>
              </a:lnSpc>
              <a:spcBef>
                <a:spcPts val="400"/>
              </a:spcBef>
              <a:buClr>
                <a:srgbClr val="000000"/>
              </a:buClr>
              <a:buFont typeface="Symbol" charset="2"/>
              <a:buChar char=""/>
              <a:tabLst>
                <a:tab algn="l" pos="0"/>
              </a:tabLst>
            </a:pPr>
            <a:r>
              <a:rPr b="0" lang="en-US" sz="2000" strike="noStrike" u="none">
                <a:solidFill>
                  <a:schemeClr val="dk1"/>
                </a:solidFill>
                <a:effectLst/>
                <a:uFillTx/>
                <a:latin typeface="Arial"/>
                <a:ea typeface="Arial"/>
              </a:rPr>
              <a:t>Urine Culture &amp; Sensitivity (current episode):</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-Escherichia coli isolated (&gt;10^5 CFU/mL).</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-Sensitive to nitrofurantoin, fosfomycin, and cefalexin.</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-Resistant to ciprofloxacin and amoxicillin.</a:t>
            </a:r>
            <a:endParaRPr b="0" lang="en-US" sz="2000" strike="noStrike" u="none">
              <a:solidFill>
                <a:srgbClr val="000000"/>
              </a:solidFill>
              <a:effectLst/>
              <a:uFillTx/>
              <a:latin typeface="Arial"/>
            </a:endParaRPr>
          </a:p>
          <a:p>
            <a:pPr marL="343080" indent="-343080" defTabSz="914400">
              <a:lnSpc>
                <a:spcPct val="100000"/>
              </a:lnSpc>
              <a:spcBef>
                <a:spcPts val="400"/>
              </a:spcBef>
              <a:buClr>
                <a:srgbClr val="000000"/>
              </a:buClr>
              <a:buFont typeface="Arial"/>
              <a:buChar char="•"/>
              <a:tabLst>
                <a:tab algn="l" pos="0"/>
              </a:tabLst>
            </a:pPr>
            <a:r>
              <a:rPr b="0" lang="en-US" sz="2000" strike="noStrike" u="none">
                <a:solidFill>
                  <a:schemeClr val="dk1"/>
                </a:solidFill>
                <a:effectLst/>
                <a:uFillTx/>
                <a:latin typeface="Arial"/>
                <a:ea typeface="Arial"/>
              </a:rPr>
              <a:t>Previous Cultures Review: Consistent isolation of E. coli, often showing varying resistance patterns.</a:t>
            </a:r>
            <a:endParaRPr b="0" lang="en-US" sz="2000" strike="noStrike" u="none">
              <a:solidFill>
                <a:srgbClr val="000000"/>
              </a:solidFill>
              <a:effectLst/>
              <a:uFillTx/>
              <a:latin typeface="Arial"/>
            </a:endParaRPr>
          </a:p>
          <a:p>
            <a:pPr marL="343080" indent="-343080" defTabSz="914400">
              <a:lnSpc>
                <a:spcPct val="100000"/>
              </a:lnSpc>
              <a:spcBef>
                <a:spcPts val="400"/>
              </a:spcBef>
              <a:buClr>
                <a:srgbClr val="000000"/>
              </a:buClr>
              <a:buFont typeface="Arial"/>
              <a:buChar char="•"/>
              <a:tabLst>
                <a:tab algn="l" pos="0"/>
              </a:tabLst>
            </a:pPr>
            <a:r>
              <a:rPr b="0" lang="en-US" sz="2000" strike="noStrike" u="none">
                <a:solidFill>
                  <a:schemeClr val="dk1"/>
                </a:solidFill>
                <a:effectLst/>
                <a:uFillTx/>
                <a:latin typeface="Arial"/>
                <a:ea typeface="Arial"/>
              </a:rPr>
              <a:t>Further Investigations (performed by physician): Renal ultrasound and cystoscopy were normal, ruling out structural abnormalities or stones.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1" lang="en-US" sz="2000" strike="noStrike" u="none">
                <a:solidFill>
                  <a:schemeClr val="dk1"/>
                </a:solidFill>
                <a:effectLst/>
                <a:uFillTx/>
                <a:latin typeface="Arial"/>
                <a:ea typeface="Arial"/>
              </a:rPr>
              <a:t>ASSESSMENT</a:t>
            </a:r>
            <a:r>
              <a:rPr b="0" lang="en-US" sz="2000" strike="noStrike" u="none">
                <a:solidFill>
                  <a:schemeClr val="dk1"/>
                </a:solidFill>
                <a:effectLst/>
                <a:uFillTx/>
                <a:latin typeface="Arial"/>
                <a:ea typeface="Arial"/>
              </a:rPr>
              <a:t>: Recurrent Uncomplicated Urinary Tract Infections.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endParaRPr b="0" lang="en-US" sz="2000" strike="noStrike" u="none">
              <a:solidFill>
                <a:srgbClr val="000000"/>
              </a:solidFill>
              <a:effectLst/>
              <a:uFillTx/>
              <a:latin typeface="Arial"/>
            </a:endParaRPr>
          </a:p>
        </p:txBody>
      </p:sp>
      <p:sp>
        <p:nvSpPr>
          <p:cNvPr id="117"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18" name="PlaceHolder 3"/>
          <p:cNvSpPr>
            <a:spLocks noGrp="1"/>
          </p:cNvSpPr>
          <p:nvPr>
            <p:ph type="sldNum" idx="44"/>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4ABD0347-4A5E-4463-BA60-999648990AFA}"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19" name="TextBox 6"/>
          <p:cNvSpPr/>
          <p:nvPr/>
        </p:nvSpPr>
        <p:spPr>
          <a:xfrm>
            <a:off x="457200" y="675720"/>
            <a:ext cx="764244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US" sz="1800" strike="noStrike" u="none">
                <a:solidFill>
                  <a:schemeClr val="dk1"/>
                </a:solidFill>
                <a:effectLst/>
                <a:uFillTx/>
                <a:latin typeface="Arial"/>
                <a:ea typeface="宋体"/>
              </a:rPr>
              <a:t>CONT.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21" name="PlaceHolder 1"/>
          <p:cNvSpPr>
            <a:spLocks noGrp="1"/>
          </p:cNvSpPr>
          <p:nvPr>
            <p:ph type="title"/>
          </p:nvPr>
        </p:nvSpPr>
        <p:spPr>
          <a:xfrm>
            <a:off x="457200" y="62280"/>
            <a:ext cx="8228880" cy="811440"/>
          </a:xfrm>
          <a:prstGeom prst="rect">
            <a:avLst/>
          </a:prstGeom>
          <a:noFill/>
          <a:ln w="9360">
            <a:noFill/>
          </a:ln>
        </p:spPr>
        <p:txBody>
          <a:bodyPr lIns="90000" rIns="90000" tIns="45000" bIns="45000" anchor="ctr">
            <a:noAutofit/>
          </a:bodyPr>
          <a:p>
            <a:pPr indent="0" defTabSz="914400">
              <a:lnSpc>
                <a:spcPct val="100000"/>
              </a:lnSpc>
              <a:buNone/>
              <a:tabLst>
                <a:tab algn="l" pos="0"/>
              </a:tabLst>
            </a:pPr>
            <a:r>
              <a:rPr b="0" lang="en-US" sz="4000" strike="noStrike" u="none">
                <a:solidFill>
                  <a:schemeClr val="dk2"/>
                </a:solidFill>
                <a:effectLst/>
                <a:uFillTx/>
                <a:latin typeface="Arial"/>
                <a:ea typeface="Arial"/>
              </a:rPr>
              <a:t>CONT.</a:t>
            </a:r>
            <a:endParaRPr b="0" lang="en-US" sz="4000" strike="noStrike" u="none">
              <a:solidFill>
                <a:srgbClr val="000000"/>
              </a:solidFill>
              <a:effectLst/>
              <a:uFillTx/>
              <a:latin typeface="Arial"/>
            </a:endParaRPr>
          </a:p>
        </p:txBody>
      </p:sp>
      <p:sp>
        <p:nvSpPr>
          <p:cNvPr id="122" name="PlaceHolder 2"/>
          <p:cNvSpPr>
            <a:spLocks noGrp="1"/>
          </p:cNvSpPr>
          <p:nvPr>
            <p:ph/>
          </p:nvPr>
        </p:nvSpPr>
        <p:spPr>
          <a:xfrm>
            <a:off x="462240" y="702360"/>
            <a:ext cx="8223840" cy="5423400"/>
          </a:xfrm>
          <a:prstGeom prst="rect">
            <a:avLst/>
          </a:prstGeom>
          <a:noFill/>
          <a:ln w="9360">
            <a:noFill/>
          </a:ln>
        </p:spPr>
        <p:txBody>
          <a:bodyPr lIns="90000" rIns="90000" tIns="45000" bIns="45000" anchor="t">
            <a:noAutofit/>
          </a:bodyPr>
          <a:p>
            <a:pPr indent="0" defTabSz="914400">
              <a:lnSpc>
                <a:spcPct val="100000"/>
              </a:lnSpc>
              <a:spcBef>
                <a:spcPts val="479"/>
              </a:spcBef>
              <a:buNone/>
              <a:tabLst>
                <a:tab algn="l" pos="0"/>
              </a:tabLst>
            </a:pPr>
            <a:r>
              <a:rPr b="0" lang="en-US" sz="2400" strike="noStrike" u="none">
                <a:solidFill>
                  <a:schemeClr val="dk1"/>
                </a:solidFill>
                <a:effectLst/>
                <a:uFillTx/>
                <a:latin typeface="Arial"/>
                <a:ea typeface="Arial"/>
              </a:rPr>
              <a:t>PLAN:</a:t>
            </a:r>
            <a:endParaRPr b="0" lang="en-US" sz="2400" strike="noStrike" u="none">
              <a:solidFill>
                <a:srgbClr val="000000"/>
              </a:solidFill>
              <a:effectLst/>
              <a:uFillTx/>
              <a:latin typeface="Arial"/>
            </a:endParaRPr>
          </a:p>
          <a:p>
            <a:pPr marL="343080" indent="-343080" defTabSz="914400">
              <a:lnSpc>
                <a:spcPct val="100000"/>
              </a:lnSpc>
              <a:spcBef>
                <a:spcPts val="400"/>
              </a:spcBef>
              <a:buClr>
                <a:srgbClr val="000000"/>
              </a:buClr>
              <a:buFont typeface="Symbol" charset="2"/>
              <a:buChar char=""/>
              <a:tabLst>
                <a:tab algn="l" pos="0"/>
              </a:tabLst>
            </a:pPr>
            <a:r>
              <a:rPr b="0" lang="en-US" sz="2000" strike="noStrike" u="none">
                <a:solidFill>
                  <a:schemeClr val="dk1"/>
                </a:solidFill>
                <a:effectLst/>
                <a:uFillTx/>
                <a:latin typeface="Arial"/>
                <a:ea typeface="Arial"/>
              </a:rPr>
              <a:t>Acute Treatment (current episode):</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-Nitrofurantoin 100 mg orally twice daily for 5 days.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-Rationale: Based on sensitivity results and good safety profile for uncomplicated UTI.</a:t>
            </a:r>
            <a:endParaRPr b="0" lang="en-US" sz="2000" strike="noStrike" u="none">
              <a:solidFill>
                <a:srgbClr val="000000"/>
              </a:solidFill>
              <a:effectLst/>
              <a:uFillTx/>
              <a:latin typeface="Arial"/>
            </a:endParaRPr>
          </a:p>
          <a:p>
            <a:pPr marL="285840" indent="-285840" defTabSz="914400">
              <a:lnSpc>
                <a:spcPct val="100000"/>
              </a:lnSpc>
              <a:spcBef>
                <a:spcPts val="400"/>
              </a:spcBef>
              <a:buClr>
                <a:srgbClr val="000000"/>
              </a:buClr>
              <a:buFont typeface="Arial"/>
              <a:buChar char="•"/>
              <a:tabLst>
                <a:tab algn="l" pos="0"/>
              </a:tabLst>
            </a:pPr>
            <a:r>
              <a:rPr b="0" lang="en-US" sz="2000" strike="noStrike" u="none">
                <a:solidFill>
                  <a:schemeClr val="dk1"/>
                </a:solidFill>
                <a:effectLst/>
                <a:uFillTx/>
                <a:latin typeface="Arial"/>
                <a:ea typeface="Arial"/>
              </a:rPr>
              <a:t>Post-Coital Prophylaxis: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-Trimethoprim-sulfamethoxazole (TMP-SMX) 40/200 mg (half-strength tablet) post-coitally.</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-Rationale: To prevent infection associated with sexual activity, common trigger for recurrent UTIs. Alternative: Nitrofurantoin 50-100 mg post-coitally.</a:t>
            </a:r>
            <a:endParaRPr b="0" lang="en-US" sz="2000" strike="noStrike" u="none">
              <a:solidFill>
                <a:srgbClr val="000000"/>
              </a:solidFill>
              <a:effectLst/>
              <a:uFillTx/>
              <a:latin typeface="Arial"/>
            </a:endParaRPr>
          </a:p>
          <a:p>
            <a:pPr marL="285840" indent="-285840" defTabSz="914400">
              <a:lnSpc>
                <a:spcPct val="100000"/>
              </a:lnSpc>
              <a:spcBef>
                <a:spcPts val="400"/>
              </a:spcBef>
              <a:buClr>
                <a:srgbClr val="000000"/>
              </a:buClr>
              <a:buFont typeface="Arial"/>
              <a:buChar char="•"/>
              <a:tabLst>
                <a:tab algn="l" pos="0"/>
              </a:tabLst>
            </a:pPr>
            <a:r>
              <a:rPr b="0" lang="en-US" sz="2000" strike="noStrike" u="none">
                <a:solidFill>
                  <a:schemeClr val="dk1"/>
                </a:solidFill>
                <a:effectLst/>
                <a:uFillTx/>
                <a:latin typeface="Arial"/>
                <a:ea typeface="Arial"/>
              </a:rPr>
              <a:t>Non-Pharmacological Measures:</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-Increased fluid intake (2-3 liters/day).</a:t>
            </a:r>
            <a:endParaRPr b="0" lang="en-US" sz="2000" strike="noStrike" u="none">
              <a:solidFill>
                <a:srgbClr val="000000"/>
              </a:solidFill>
              <a:effectLst/>
              <a:uFillTx/>
              <a:latin typeface="Arial"/>
            </a:endParaRPr>
          </a:p>
          <a:p>
            <a:pPr indent="0" defTabSz="914400">
              <a:lnSpc>
                <a:spcPct val="100000"/>
              </a:lnSpc>
              <a:spcBef>
                <a:spcPts val="400"/>
              </a:spcBef>
              <a:buNone/>
              <a:tabLst>
                <a:tab algn="l" pos="0"/>
              </a:tabLst>
            </a:pPr>
            <a:r>
              <a:rPr b="0" lang="en-US" sz="2000" strike="noStrike" u="none">
                <a:solidFill>
                  <a:schemeClr val="dk1"/>
                </a:solidFill>
                <a:effectLst/>
                <a:uFillTx/>
                <a:latin typeface="Arial"/>
                <a:ea typeface="Arial"/>
              </a:rPr>
              <a:t>-Urinate immediately after intercourse.</a:t>
            </a:r>
            <a:endParaRPr b="0" lang="en-US" sz="2000" strike="noStrike" u="none">
              <a:solidFill>
                <a:srgbClr val="000000"/>
              </a:solidFill>
              <a:effectLst/>
              <a:uFillTx/>
              <a:latin typeface="Arial"/>
            </a:endParaRPr>
          </a:p>
          <a:p>
            <a:pPr marL="285840" indent="-285840" defTabSz="914400">
              <a:lnSpc>
                <a:spcPct val="100000"/>
              </a:lnSpc>
              <a:spcBef>
                <a:spcPts val="400"/>
              </a:spcBef>
              <a:buClr>
                <a:srgbClr val="000000"/>
              </a:buClr>
              <a:buFont typeface="Arial"/>
              <a:buChar char="•"/>
              <a:tabLst>
                <a:tab algn="l" pos="0"/>
              </a:tabLst>
            </a:pPr>
            <a:r>
              <a:rPr b="0" lang="en-US" sz="2000" strike="noStrike" u="none">
                <a:solidFill>
                  <a:schemeClr val="dk1"/>
                </a:solidFill>
                <a:effectLst/>
                <a:uFillTx/>
                <a:latin typeface="Arial"/>
                <a:ea typeface="Arial"/>
              </a:rPr>
              <a:t>Avoid spermicides and diaphragms (patient advised to consider alternative contraception).</a:t>
            </a:r>
            <a:endParaRPr b="0" lang="en-US" sz="2000" strike="noStrike" u="none">
              <a:solidFill>
                <a:srgbClr val="000000"/>
              </a:solidFill>
              <a:effectLst/>
              <a:uFillTx/>
              <a:latin typeface="Arial"/>
            </a:endParaRPr>
          </a:p>
          <a:p>
            <a:pPr indent="0" defTabSz="914400">
              <a:lnSpc>
                <a:spcPct val="100000"/>
              </a:lnSpc>
              <a:spcBef>
                <a:spcPts val="479"/>
              </a:spcBef>
              <a:buNone/>
              <a:tabLst>
                <a:tab algn="l" pos="0"/>
              </a:tabLst>
            </a:pPr>
            <a:endParaRPr b="0" lang="en-US" sz="2400" strike="noStrike" u="none">
              <a:solidFill>
                <a:srgbClr val="000000"/>
              </a:solidFill>
              <a:effectLst/>
              <a:uFillTx/>
              <a:latin typeface="Arial"/>
            </a:endParaRPr>
          </a:p>
        </p:txBody>
      </p:sp>
      <p:sp>
        <p:nvSpPr>
          <p:cNvPr id="123"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24" name="PlaceHolder 3"/>
          <p:cNvSpPr>
            <a:spLocks noGrp="1"/>
          </p:cNvSpPr>
          <p:nvPr>
            <p:ph type="sldNum" idx="45"/>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A0D3DF38-072B-4522-AFA4-5DAAB4017878}"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26" name="PlaceHolder 1"/>
          <p:cNvSpPr>
            <a:spLocks noGrp="1"/>
          </p:cNvSpPr>
          <p:nvPr>
            <p:ph type="title"/>
          </p:nvPr>
        </p:nvSpPr>
        <p:spPr>
          <a:xfrm>
            <a:off x="261360" y="44640"/>
            <a:ext cx="0" cy="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27" name="PlaceHolder 2"/>
          <p:cNvSpPr>
            <a:spLocks noGrp="1"/>
          </p:cNvSpPr>
          <p:nvPr>
            <p:ph/>
          </p:nvPr>
        </p:nvSpPr>
        <p:spPr>
          <a:xfrm>
            <a:off x="747720" y="496800"/>
            <a:ext cx="8199720" cy="5662080"/>
          </a:xfrm>
          <a:prstGeom prst="rect">
            <a:avLst/>
          </a:prstGeom>
          <a:noFill/>
          <a:ln w="9360">
            <a:noFill/>
          </a:ln>
        </p:spPr>
        <p:txBody>
          <a:bodyPr lIns="90000" rIns="90000" tIns="45000" bIns="45000" anchor="t">
            <a:noAutofit/>
          </a:bodyPr>
          <a:p>
            <a:pPr indent="0" algn="just" defTabSz="914400">
              <a:lnSpc>
                <a:spcPct val="150000"/>
              </a:lnSpc>
              <a:buNone/>
              <a:tabLst>
                <a:tab algn="l" pos="0"/>
              </a:tabLst>
            </a:pPr>
            <a:r>
              <a:rPr b="1" lang="en-US" sz="1800" strike="noStrike" u="none">
                <a:solidFill>
                  <a:schemeClr val="dk1"/>
                </a:solidFill>
                <a:effectLst/>
                <a:uFillTx/>
                <a:latin typeface="Times New Roman"/>
                <a:ea typeface="Times New Roman"/>
              </a:rPr>
              <a:t>GOALS OF PHARMACOTHERAPY</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1. Eradicate acute UTI and prevent recurrence.</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2. Reduce symptom severity (e.g., dysuria, urgency).</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3. Prevent complications such as pyelonephritis or urosepsis.</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4. Minimize antibiotic resistance through appropriate antibiotic selection.</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5. Improve quality of life by reducing infection frequency and associated discomfort.</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6. Educate the patient to promote adherence to preventive measures.</a:t>
            </a:r>
            <a:endParaRPr b="0" lang="en-US" sz="1800" strike="noStrike" u="none">
              <a:solidFill>
                <a:srgbClr val="000000"/>
              </a:solidFill>
              <a:effectLst/>
              <a:uFillTx/>
              <a:latin typeface="Arial"/>
            </a:endParaRPr>
          </a:p>
          <a:p>
            <a:pPr indent="0" algn="just" defTabSz="914400">
              <a:lnSpc>
                <a:spcPct val="150000"/>
              </a:lnSpc>
              <a:buNone/>
              <a:tabLst>
                <a:tab algn="l" pos="0"/>
              </a:tabLst>
            </a:pPr>
            <a:r>
              <a:rPr b="1" lang="en-US" sz="1800" strike="noStrike" u="none">
                <a:solidFill>
                  <a:schemeClr val="dk1"/>
                </a:solidFill>
                <a:effectLst/>
                <a:uFillTx/>
                <a:latin typeface="Times New Roman"/>
                <a:ea typeface="Times New Roman"/>
              </a:rPr>
              <a:t>PHARMACOTHERAPY</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 Nitrofurantoin 100 mg twice daily for 5 days(acute treatment).</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 Nitrofurantoin 100 mg single dose post-coital (prophylaxis for 6 months).</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 Phenazopyridine 200 mg three times daily for 2 days (symptom relief).</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 Cranberry tablets 500 mg daily*(optional adjunct to reduce bacterial adhesion).</a:t>
            </a:r>
            <a:endParaRPr b="0" lang="en-US" sz="18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800" strike="noStrike" u="none">
                <a:solidFill>
                  <a:schemeClr val="dk1"/>
                </a:solidFill>
                <a:effectLst/>
                <a:uFillTx/>
                <a:latin typeface="Times New Roman"/>
                <a:ea typeface="Times New Roman"/>
              </a:rPr>
              <a:t>- Probiotics (Lactobacillus spp.) daily to restore vaginal flora (optional).</a:t>
            </a:r>
            <a:endParaRPr b="0" lang="en-US" sz="1800" strike="noStrike" u="none">
              <a:solidFill>
                <a:srgbClr val="000000"/>
              </a:solidFill>
              <a:effectLst/>
              <a:uFillTx/>
              <a:latin typeface="Arial"/>
            </a:endParaRPr>
          </a:p>
          <a:p>
            <a:pPr indent="0" algn="just" defTabSz="914400">
              <a:lnSpc>
                <a:spcPct val="150000"/>
              </a:lnSpc>
              <a:buNone/>
              <a:tabLst>
                <a:tab algn="l" pos="0"/>
              </a:tabLst>
            </a:pPr>
            <a:endParaRPr b="0" lang="en-US" sz="1800" strike="noStrike" u="none">
              <a:solidFill>
                <a:srgbClr val="000000"/>
              </a:solidFill>
              <a:effectLst/>
              <a:uFillTx/>
              <a:latin typeface="Arial"/>
            </a:endParaRPr>
          </a:p>
        </p:txBody>
      </p:sp>
      <p:sp>
        <p:nvSpPr>
          <p:cNvPr id="128" name="TextBox 5"/>
          <p:cNvSpPr/>
          <p:nvPr/>
        </p:nvSpPr>
        <p:spPr>
          <a:xfrm>
            <a:off x="1953000" y="655020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29" name="PlaceHolder 3"/>
          <p:cNvSpPr>
            <a:spLocks noGrp="1"/>
          </p:cNvSpPr>
          <p:nvPr>
            <p:ph type="sldNum" idx="46"/>
          </p:nvPr>
        </p:nvSpPr>
        <p:spPr>
          <a:xfrm>
            <a:off x="6814440" y="628992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DFDF2605-A4E9-4653-858B-F05153B38F4E}"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30" name="TextBox 6"/>
          <p:cNvSpPr/>
          <p:nvPr/>
        </p:nvSpPr>
        <p:spPr>
          <a:xfrm>
            <a:off x="747720" y="144720"/>
            <a:ext cx="753372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US" sz="1800" strike="noStrike" u="none">
                <a:solidFill>
                  <a:schemeClr val="dk1"/>
                </a:solidFill>
                <a:effectLst/>
                <a:uFillTx/>
                <a:latin typeface="Arial"/>
                <a:ea typeface="宋体"/>
              </a:rPr>
              <a:t>CONT.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32"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33" name="PlaceHolder 2"/>
          <p:cNvSpPr>
            <a:spLocks noGrp="1"/>
          </p:cNvSpPr>
          <p:nvPr>
            <p:ph/>
          </p:nvPr>
        </p:nvSpPr>
        <p:spPr>
          <a:xfrm>
            <a:off x="509760" y="875160"/>
            <a:ext cx="8176320" cy="5537880"/>
          </a:xfrm>
          <a:prstGeom prst="rect">
            <a:avLst/>
          </a:prstGeom>
          <a:noFill/>
          <a:ln w="9360">
            <a:noFill/>
          </a:ln>
        </p:spPr>
        <p:txBody>
          <a:bodyPr lIns="90000" rIns="90000" tIns="45000" bIns="45000" anchor="t">
            <a:noAutofit/>
          </a:bodyPr>
          <a:p>
            <a:pPr marL="343080" indent="-343080" defTabSz="914400">
              <a:lnSpc>
                <a:spcPct val="100000"/>
              </a:lnSpc>
              <a:spcBef>
                <a:spcPts val="320"/>
              </a:spcBef>
              <a:buClr>
                <a:srgbClr val="000000"/>
              </a:buClr>
              <a:buFont typeface="Symbol" charset="2"/>
              <a:buChar char=""/>
            </a:pPr>
            <a:r>
              <a:rPr b="1" lang="en-US" sz="1600" strike="noStrike" u="none">
                <a:solidFill>
                  <a:schemeClr val="dk1"/>
                </a:solidFill>
                <a:effectLst/>
                <a:uFillTx/>
                <a:latin typeface="Arial"/>
                <a:ea typeface="Arial"/>
              </a:rPr>
              <a:t>Antibiotic Stewardship:</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AU" sz="1600" strike="noStrike" u="none">
                <a:solidFill>
                  <a:schemeClr val="dk1"/>
                </a:solidFill>
                <a:effectLst/>
                <a:uFillTx/>
                <a:latin typeface="Arial"/>
                <a:ea typeface="Arial"/>
              </a:rPr>
              <a:t>-Emphasized using narrow-spectrum antibiotics based on culture results to minimize resistance development.</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AU" sz="1600" strike="noStrike" u="none">
                <a:solidFill>
                  <a:schemeClr val="dk1"/>
                </a:solidFill>
                <a:effectLst/>
                <a:uFillTx/>
                <a:latin typeface="Arial"/>
                <a:ea typeface="Arial"/>
              </a:rPr>
              <a:t>-Counseled on the importance of completing the full course of acute treatment, even if symptoms improve.</a:t>
            </a:r>
            <a:endParaRPr b="0" lang="en-US" sz="1600" strike="noStrike" u="none">
              <a:solidFill>
                <a:srgbClr val="000000"/>
              </a:solidFill>
              <a:effectLst/>
              <a:uFillTx/>
              <a:latin typeface="Arial"/>
            </a:endParaRPr>
          </a:p>
          <a:p>
            <a:pPr marL="343080" indent="-343080" defTabSz="914400">
              <a:lnSpc>
                <a:spcPct val="100000"/>
              </a:lnSpc>
              <a:spcBef>
                <a:spcPts val="320"/>
              </a:spcBef>
              <a:buClr>
                <a:srgbClr val="000000"/>
              </a:buClr>
              <a:buFont typeface="Arial"/>
              <a:buChar char="•"/>
              <a:tabLst>
                <a:tab algn="l" pos="0"/>
              </a:tabLst>
            </a:pPr>
            <a:r>
              <a:rPr b="1" lang="en-AU" sz="1600" strike="noStrike" u="none">
                <a:solidFill>
                  <a:schemeClr val="dk1"/>
                </a:solidFill>
                <a:effectLst/>
                <a:uFillTx/>
                <a:latin typeface="Arial"/>
                <a:ea typeface="Arial"/>
              </a:rPr>
              <a:t>Prophylactic Regimen Counseling:</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AU" sz="1600" strike="noStrike" u="none">
                <a:solidFill>
                  <a:schemeClr val="dk1"/>
                </a:solidFill>
                <a:effectLst/>
                <a:uFillTx/>
                <a:latin typeface="Arial"/>
                <a:ea typeface="Arial"/>
              </a:rPr>
              <a:t>-Educated on the correct use of post-coital prophylaxis and potential side effects (e.g., rash with TMP-SMX).</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AU" sz="1600" strike="noStrike" u="none">
                <a:solidFill>
                  <a:schemeClr val="dk1"/>
                </a:solidFill>
                <a:effectLst/>
                <a:uFillTx/>
                <a:latin typeface="Arial"/>
                <a:ea typeface="Arial"/>
              </a:rPr>
              <a:t>-Stressed adherence to prevent further recurrences.</a:t>
            </a:r>
            <a:endParaRPr b="0" lang="en-US" sz="1600" strike="noStrike" u="none">
              <a:solidFill>
                <a:srgbClr val="000000"/>
              </a:solidFill>
              <a:effectLst/>
              <a:uFillTx/>
              <a:latin typeface="Arial"/>
            </a:endParaRPr>
          </a:p>
          <a:p>
            <a:pPr marL="343080" indent="-343080" defTabSz="914400">
              <a:lnSpc>
                <a:spcPct val="100000"/>
              </a:lnSpc>
              <a:spcBef>
                <a:spcPts val="320"/>
              </a:spcBef>
              <a:buClr>
                <a:srgbClr val="000000"/>
              </a:buClr>
              <a:buFont typeface="Arial"/>
              <a:buChar char="•"/>
              <a:tabLst>
                <a:tab algn="l" pos="0"/>
              </a:tabLst>
            </a:pPr>
            <a:r>
              <a:rPr b="1" lang="en-GB" sz="1600" strike="noStrike" u="none">
                <a:solidFill>
                  <a:schemeClr val="dk1"/>
                </a:solidFill>
                <a:effectLst/>
                <a:uFillTx/>
                <a:latin typeface="Arial"/>
                <a:ea typeface="Arial"/>
              </a:rPr>
              <a:t>Non-Pharmacological Strategies:</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GB" sz="1600" strike="noStrike" u="none">
                <a:solidFill>
                  <a:schemeClr val="dk1"/>
                </a:solidFill>
                <a:effectLst/>
                <a:uFillTx/>
                <a:latin typeface="Arial"/>
                <a:ea typeface="Arial"/>
              </a:rPr>
              <a:t>-Provided detailed guidance on lifestyle modifications: cranberry products (though evidence varies), proper hygiene, avoiding irritants.</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GB" sz="1600" strike="noStrike" u="none">
                <a:solidFill>
                  <a:schemeClr val="dk1"/>
                </a:solidFill>
                <a:effectLst/>
                <a:uFillTx/>
                <a:latin typeface="Arial"/>
                <a:ea typeface="Arial"/>
              </a:rPr>
              <a:t>-Discussed the link between diaphragm use and UTIs, supporting the physician's recommendation for alternative contraception.</a:t>
            </a:r>
            <a:endParaRPr b="0" lang="en-US" sz="1600" strike="noStrike" u="none">
              <a:solidFill>
                <a:srgbClr val="000000"/>
              </a:solidFill>
              <a:effectLst/>
              <a:uFillTx/>
              <a:latin typeface="Arial"/>
            </a:endParaRPr>
          </a:p>
          <a:p>
            <a:pPr marL="343080" indent="-343080" defTabSz="914400">
              <a:lnSpc>
                <a:spcPct val="100000"/>
              </a:lnSpc>
              <a:spcBef>
                <a:spcPts val="320"/>
              </a:spcBef>
              <a:buClr>
                <a:srgbClr val="000000"/>
              </a:buClr>
              <a:buFont typeface="Arial"/>
              <a:buChar char="•"/>
              <a:tabLst>
                <a:tab algn="l" pos="0"/>
              </a:tabLst>
            </a:pPr>
            <a:r>
              <a:rPr b="1" lang="en-GB" sz="1600" strike="noStrike" u="none">
                <a:solidFill>
                  <a:schemeClr val="dk1"/>
                </a:solidFill>
                <a:effectLst/>
                <a:uFillTx/>
                <a:latin typeface="Arial"/>
                <a:ea typeface="Arial"/>
              </a:rPr>
              <a:t>Monitoring &amp; Follow-up:</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GB" sz="1600" strike="noStrike" u="none">
                <a:solidFill>
                  <a:schemeClr val="dk1"/>
                </a:solidFill>
                <a:effectLst/>
                <a:uFillTx/>
                <a:latin typeface="Arial"/>
                <a:ea typeface="Arial"/>
              </a:rPr>
              <a:t>-Advised on symptoms to watch for that indicate a new infection or treatment failure.</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GB" sz="1600" strike="noStrike" u="none">
                <a:solidFill>
                  <a:schemeClr val="dk1"/>
                </a:solidFill>
                <a:effectLst/>
                <a:uFillTx/>
                <a:latin typeface="Arial"/>
                <a:ea typeface="Arial"/>
              </a:rPr>
              <a:t>-Recommended follow-up urine cultures if symptoms persist or recur despite prophylaxis.</a:t>
            </a:r>
            <a:endParaRPr b="0" lang="en-US" sz="1600" strike="noStrike" u="none">
              <a:solidFill>
                <a:srgbClr val="000000"/>
              </a:solidFill>
              <a:effectLst/>
              <a:uFillTx/>
              <a:latin typeface="Arial"/>
            </a:endParaRPr>
          </a:p>
          <a:p>
            <a:pPr marL="343080" indent="-343080" defTabSz="914400">
              <a:lnSpc>
                <a:spcPct val="100000"/>
              </a:lnSpc>
              <a:spcBef>
                <a:spcPts val="320"/>
              </a:spcBef>
              <a:buClr>
                <a:srgbClr val="000000"/>
              </a:buClr>
              <a:buFont typeface="Arial"/>
              <a:buChar char="•"/>
              <a:tabLst>
                <a:tab algn="l" pos="0"/>
              </a:tabLst>
            </a:pPr>
            <a:r>
              <a:rPr b="0" lang="en-GB" sz="1600" strike="noStrike" u="none">
                <a:solidFill>
                  <a:schemeClr val="dk1"/>
                </a:solidFill>
                <a:effectLst/>
                <a:uFillTx/>
                <a:latin typeface="Arial"/>
                <a:ea typeface="Arial"/>
              </a:rPr>
              <a:t>Monitored for potential drug interactions with other medications (e.g., warfarin with TMP-SMX, though not applicable to this patient).</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endParaRPr b="0" lang="en-US" sz="1600" strike="noStrike" u="none">
              <a:solidFill>
                <a:srgbClr val="000000"/>
              </a:solidFill>
              <a:effectLst/>
              <a:uFillTx/>
              <a:latin typeface="Arial"/>
            </a:endParaRPr>
          </a:p>
        </p:txBody>
      </p:sp>
      <p:sp>
        <p:nvSpPr>
          <p:cNvPr id="134"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35" name="PlaceHolder 3"/>
          <p:cNvSpPr>
            <a:spLocks noGrp="1"/>
          </p:cNvSpPr>
          <p:nvPr>
            <p:ph type="sldNum" idx="47"/>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DEDECD62-3BBA-4DA2-AD66-47B5C4966CBF}"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36" name="TextBox 6"/>
          <p:cNvSpPr/>
          <p:nvPr/>
        </p:nvSpPr>
        <p:spPr>
          <a:xfrm>
            <a:off x="279360" y="245520"/>
            <a:ext cx="817632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US" sz="1800" strike="noStrike" u="none">
                <a:solidFill>
                  <a:schemeClr val="dk1"/>
                </a:solidFill>
                <a:effectLst/>
                <a:uFillTx/>
                <a:latin typeface="Arial"/>
                <a:ea typeface="宋体"/>
              </a:rPr>
              <a:t>Pharmacist's Interventions &amp; Pharmaceutical Care Issues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38" name="PlaceHolder 1"/>
          <p:cNvSpPr>
            <a:spLocks noGrp="1"/>
          </p:cNvSpPr>
          <p:nvPr>
            <p:ph/>
          </p:nvPr>
        </p:nvSpPr>
        <p:spPr>
          <a:xfrm>
            <a:off x="486360" y="343080"/>
            <a:ext cx="8199720" cy="5783040"/>
          </a:xfrm>
          <a:prstGeom prst="rect">
            <a:avLst/>
          </a:prstGeom>
          <a:noFill/>
          <a:ln w="9360">
            <a:noFill/>
          </a:ln>
        </p:spPr>
        <p:txBody>
          <a:bodyPr lIns="90000" rIns="90000" tIns="45000" bIns="45000" anchor="t">
            <a:noAutofit/>
          </a:bodyPr>
          <a:p>
            <a:pPr indent="0" algn="ctr" defTabSz="914400">
              <a:lnSpc>
                <a:spcPct val="100000"/>
              </a:lnSpc>
              <a:spcBef>
                <a:spcPts val="320"/>
              </a:spcBef>
              <a:buNone/>
              <a:tabLst>
                <a:tab algn="l" pos="0"/>
              </a:tabLst>
            </a:pPr>
            <a:r>
              <a:rPr b="1" lang="en-US" sz="1600" strike="noStrike" u="none">
                <a:solidFill>
                  <a:schemeClr val="dk1"/>
                </a:solidFill>
                <a:effectLst/>
                <a:uFillTx/>
                <a:latin typeface="Arial"/>
                <a:ea typeface="Arial"/>
              </a:rPr>
              <a:t>MANAGEMENT OF COMPLICATED MALARIA IN A DIABETIC PATIENT</a:t>
            </a:r>
            <a:endParaRPr b="0" lang="en-US" sz="1600" strike="noStrike" u="none">
              <a:solidFill>
                <a:srgbClr val="000000"/>
              </a:solidFill>
              <a:effectLst/>
              <a:uFillTx/>
              <a:latin typeface="Arial"/>
            </a:endParaRPr>
          </a:p>
          <a:p>
            <a:pPr indent="0" algn="ctr" defTabSz="914400">
              <a:lnSpc>
                <a:spcPct val="100000"/>
              </a:lnSpc>
              <a:spcBef>
                <a:spcPts val="320"/>
              </a:spcBef>
              <a:buNone/>
              <a:tabLst>
                <a:tab algn="l" pos="0"/>
              </a:tabLst>
            </a:pPr>
            <a:r>
              <a:rPr b="1" lang="en-US" sz="1600" strike="noStrike" u="none">
                <a:solidFill>
                  <a:schemeClr val="dk1"/>
                </a:solidFill>
                <a:effectLst/>
                <a:uFillTx/>
                <a:latin typeface="Arial"/>
                <a:ea typeface="Arial"/>
              </a:rPr>
              <a:t>Case Study 3</a:t>
            </a:r>
            <a:endParaRPr b="0" lang="en-US" sz="1600" strike="noStrike" u="none">
              <a:solidFill>
                <a:srgbClr val="000000"/>
              </a:solidFill>
              <a:effectLst/>
              <a:uFillTx/>
              <a:latin typeface="Arial"/>
            </a:endParaRPr>
          </a:p>
          <a:p>
            <a:pPr indent="0" algn="just" defTabSz="914400">
              <a:lnSpc>
                <a:spcPct val="100000"/>
              </a:lnSpc>
              <a:buNone/>
              <a:tabLst>
                <a:tab algn="l" pos="0"/>
              </a:tabLst>
            </a:pPr>
            <a:r>
              <a:rPr b="1" lang="en-US" sz="1800" strike="noStrike" u="none">
                <a:solidFill>
                  <a:schemeClr val="dk1"/>
                </a:solidFill>
                <a:effectLst/>
                <a:uFillTx/>
                <a:latin typeface="Times New Roman"/>
                <a:ea typeface="SimSun"/>
              </a:rPr>
              <a:t>Subjective (S):</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C.O., a 45-year-old male with a 5-year history of type 2 diabetes mellitus (on metformin 1 g twice daily and glimepiride 2 mg daily), presents to the emergency department with a 3-day history of high-grade fever, chills, headache, and confusion. He reports nausea, vomiting, and reduced urine output over the past 24 hours. No recent travel history, but he lives in a malaria-endemic area. He denies cough, chest pain, or trauma. No known drug allergies. He does not smoke or consume alcohol. His last HbA1c was 7.8% (3 months ago).</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1" lang="en-US" sz="1800" strike="noStrike" u="none">
                <a:solidFill>
                  <a:schemeClr val="dk1"/>
                </a:solidFill>
                <a:effectLst/>
                <a:uFillTx/>
                <a:latin typeface="Times New Roman"/>
                <a:ea typeface="SimSun"/>
              </a:rPr>
              <a:t>OBJECTIVE:</a:t>
            </a:r>
            <a:endParaRPr b="0" lang="en-US" sz="18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Symbol" charset="2"/>
              <a:buChar char=""/>
              <a:tabLst>
                <a:tab algn="l" pos="0"/>
              </a:tabLst>
            </a:pPr>
            <a:r>
              <a:rPr b="0" lang="en-US" sz="1400" strike="noStrike" u="none">
                <a:solidFill>
                  <a:schemeClr val="dk1"/>
                </a:solidFill>
                <a:effectLst/>
                <a:uFillTx/>
                <a:latin typeface="Arial"/>
                <a:ea typeface="Arial"/>
              </a:rPr>
              <a:t>Vital Signs: Temp 39.8°C, BP 100/60 mmHg, HR 110 bpm, RR 22 breaths/min, GCS 12/15 (indicating altered mental status).</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Symbol" charset="2"/>
              <a:buChar char=""/>
              <a:tabLst>
                <a:tab algn="l" pos="0"/>
              </a:tabLst>
            </a:pPr>
            <a:r>
              <a:rPr b="0" lang="en-US" sz="1400" strike="noStrike" u="none">
                <a:solidFill>
                  <a:schemeClr val="dk1"/>
                </a:solidFill>
                <a:effectLst/>
                <a:uFillTx/>
                <a:latin typeface="Arial"/>
                <a:ea typeface="Arial"/>
              </a:rPr>
              <a:t>General Exam: Jaundiced sclera, palpable spleen.</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Symbol" charset="2"/>
              <a:buChar char=""/>
              <a:tabLst>
                <a:tab algn="l" pos="0"/>
              </a:tabLst>
            </a:pPr>
            <a:r>
              <a:rPr b="0" lang="en-US" sz="1400" strike="noStrike" u="none">
                <a:solidFill>
                  <a:schemeClr val="dk1"/>
                </a:solidFill>
                <a:effectLst/>
                <a:uFillTx/>
                <a:latin typeface="Arial"/>
                <a:ea typeface="Arial"/>
              </a:rPr>
              <a:t>Labs:</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-Malaria Parasite Test (thick and thin blood smear): Plasmodium falciparumtrophozoites present, parasite density 5%. (Complicated malaria criteria met).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-Random Blood Sugar (RBS): 280 mg/dL (hyperglycemia).           -Hemoglobin: 8.0 g/dL (severe anemia)</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.Platelets: 80,000/µL (thrombocytopenia).                                      -Creatinine: 1.8 mg/dL (mild renal impairment).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-Liver Enzymes (ALT/AST): Elevated.                                             -Electrolytes: Mild hyponatremia.</a:t>
            </a:r>
            <a:endParaRPr b="0" lang="en-US" sz="1400" strike="noStrike" u="none">
              <a:solidFill>
                <a:srgbClr val="000000"/>
              </a:solidFill>
              <a:effectLst/>
              <a:uFillTx/>
              <a:latin typeface="Arial"/>
            </a:endParaRPr>
          </a:p>
          <a:p>
            <a:pPr indent="0" algn="just" defTabSz="914400">
              <a:lnSpc>
                <a:spcPct val="100000"/>
              </a:lnSpc>
              <a:buNone/>
              <a:tabLst>
                <a:tab algn="l" pos="0"/>
              </a:tabLst>
            </a:pPr>
            <a:endParaRPr b="0" lang="en-US" sz="1800" strike="noStrike" u="none">
              <a:solidFill>
                <a:srgbClr val="000000"/>
              </a:solidFill>
              <a:effectLst/>
              <a:uFillTx/>
              <a:latin typeface="Arial"/>
            </a:endParaRPr>
          </a:p>
          <a:p>
            <a:pPr indent="0" defTabSz="914400">
              <a:lnSpc>
                <a:spcPct val="100000"/>
              </a:lnSpc>
              <a:spcBef>
                <a:spcPts val="400"/>
              </a:spcBef>
              <a:buNone/>
              <a:tabLst>
                <a:tab algn="l" pos="0"/>
              </a:tabLst>
            </a:pPr>
            <a:endParaRPr b="0" lang="en-US" sz="2000" strike="noStrike" u="none">
              <a:solidFill>
                <a:srgbClr val="000000"/>
              </a:solidFill>
              <a:effectLst/>
              <a:uFillTx/>
              <a:latin typeface="Arial"/>
            </a:endParaRPr>
          </a:p>
          <a:p>
            <a:pPr indent="0" algn="ctr" defTabSz="914400">
              <a:lnSpc>
                <a:spcPct val="100000"/>
              </a:lnSpc>
              <a:spcBef>
                <a:spcPts val="400"/>
              </a:spcBef>
              <a:buNone/>
              <a:tabLst>
                <a:tab algn="l" pos="0"/>
              </a:tabLst>
            </a:pPr>
            <a:endParaRPr b="0" lang="en-US" sz="2000" strike="noStrike" u="none">
              <a:solidFill>
                <a:srgbClr val="000000"/>
              </a:solidFill>
              <a:effectLst/>
              <a:uFillTx/>
              <a:latin typeface="Arial"/>
            </a:endParaRPr>
          </a:p>
        </p:txBody>
      </p:sp>
      <p:sp>
        <p:nvSpPr>
          <p:cNvPr id="139"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40" name="PlaceHolder 2"/>
          <p:cNvSpPr>
            <a:spLocks noGrp="1"/>
          </p:cNvSpPr>
          <p:nvPr>
            <p:ph type="sldNum" idx="48"/>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0702E23F-11E3-4DC0-BA5B-D5FA358F5BA8}"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42"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43" name="PlaceHolder 2"/>
          <p:cNvSpPr>
            <a:spLocks noGrp="1"/>
          </p:cNvSpPr>
          <p:nvPr>
            <p:ph/>
          </p:nvPr>
        </p:nvSpPr>
        <p:spPr>
          <a:xfrm>
            <a:off x="486360" y="612720"/>
            <a:ext cx="8199720" cy="5892120"/>
          </a:xfrm>
          <a:prstGeom prst="rect">
            <a:avLst/>
          </a:prstGeom>
          <a:noFill/>
          <a:ln w="9360">
            <a:noFill/>
          </a:ln>
        </p:spPr>
        <p:txBody>
          <a:bodyPr lIns="90000" rIns="90000" tIns="45000" bIns="45000" anchor="t">
            <a:noAutofit/>
          </a:bodyPr>
          <a:p>
            <a:pPr indent="0" defTabSz="914400">
              <a:lnSpc>
                <a:spcPct val="100000"/>
              </a:lnSpc>
              <a:spcBef>
                <a:spcPts val="281"/>
              </a:spcBef>
              <a:buNone/>
              <a:tabLst>
                <a:tab algn="l" pos="0"/>
              </a:tabLst>
            </a:pPr>
            <a:r>
              <a:rPr b="1" lang="en-US" sz="1400" strike="noStrike" u="none">
                <a:solidFill>
                  <a:schemeClr val="dk1"/>
                </a:solidFill>
                <a:effectLst/>
                <a:uFillTx/>
                <a:latin typeface="Arial"/>
                <a:ea typeface="Arial"/>
              </a:rPr>
              <a:t>ASSESSMENT</a:t>
            </a:r>
            <a:r>
              <a:rPr b="0" lang="en-US" sz="1400" strike="noStrike" u="none">
                <a:solidFill>
                  <a:schemeClr val="dk1"/>
                </a:solidFill>
                <a:effectLst/>
                <a:uFillTx/>
                <a:latin typeface="Arial"/>
                <a:ea typeface="Arial"/>
              </a:rPr>
              <a:t>: Complicated Plasmodium falciparum Malaria with associated severe anemia, thrombocytopenia, mild renal impairment, and uncontrolled Type 2 Diabetes Mellitus.</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1" lang="en-US" sz="1400" strike="noStrike" u="none">
                <a:solidFill>
                  <a:schemeClr val="dk1"/>
                </a:solidFill>
                <a:effectLst/>
                <a:uFillTx/>
                <a:latin typeface="Arial"/>
                <a:ea typeface="Arial"/>
              </a:rPr>
              <a:t>PLAN:</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1. Immediate Treatment (ICU)</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IV artesunate: 2.4 mg/kg (120 mg) at 0, 12, 24h, then daily up to 7 days</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Transfuse 2 units PRBC (target Hb &gt;7 g/dL)</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IV 0.9% NS: 500 mL bolus, then 1–2 mL/kg/h</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IV diazepam 10 mg PRN for seizures</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2. Glycemic Control</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Hold glimepiride; continue metformin 1 g BID (monitor creatinine)</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Insulin glargine 10 units daily + aspart 4–6 units if BG &gt;180 mg/dL</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Monitor BG every 4–6h</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3. Supportive Care</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-O₂ via nasal cannula (SpO2 &gt;94%),IV ceftriaxone 1 g daily (prophylaxis)</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       Monitor urine output, creatinine daily</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4. Follow-On Therapy</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After improvement: artemether-lumefantrine (4 tabs at 0, 8, 24, 36, 48, 60h)</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Resume oral antidiabetics when stable, monitor BG</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5. Patient Education</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Malaria prevention: bed nets, repellents</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Diabetes: diet, exercise, med adherence</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Follow-up in 1 week</a:t>
            </a:r>
            <a:endParaRPr b="0" lang="en-US" sz="1400" strike="noStrike" u="none">
              <a:solidFill>
                <a:srgbClr val="000000"/>
              </a:solidFill>
              <a:effectLst/>
              <a:uFillTx/>
              <a:latin typeface="Arial"/>
            </a:endParaRPr>
          </a:p>
          <a:p>
            <a:pPr indent="0" algn="just" defTabSz="914400">
              <a:lnSpc>
                <a:spcPct val="100000"/>
              </a:lnSpc>
              <a:buNone/>
              <a:tabLst>
                <a:tab algn="l" pos="0"/>
              </a:tabLst>
            </a:pPr>
            <a:r>
              <a:rPr b="0" lang="en-US" sz="1400" strike="noStrike" u="none">
                <a:solidFill>
                  <a:schemeClr val="dk1"/>
                </a:solidFill>
                <a:effectLst/>
                <a:uFillTx/>
                <a:latin typeface="Times New Roman"/>
                <a:ea typeface="SimSun"/>
              </a:rPr>
              <a:t>6. Follow-Up</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Blood smear at 72h for parasite clearance</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Monitor Hb, creatinine, BG</a:t>
            </a:r>
            <a:endParaRPr b="0" lang="en-US" sz="1400" strike="noStrike" u="none">
              <a:solidFill>
                <a:srgbClr val="000000"/>
              </a:solidFill>
              <a:effectLst/>
              <a:uFillTx/>
              <a:latin typeface="Arial"/>
            </a:endParaRPr>
          </a:p>
          <a:p>
            <a:pPr marL="432000" indent="-343080" algn="just" defTabSz="914400">
              <a:lnSpc>
                <a:spcPct val="100000"/>
              </a:lnSpc>
              <a:buClr>
                <a:srgbClr val="000000"/>
              </a:buClr>
              <a:buFont typeface="Symbol" charset="2"/>
              <a:buChar char=""/>
              <a:tabLst>
                <a:tab algn="l" pos="0"/>
              </a:tabLst>
            </a:pPr>
            <a:r>
              <a:rPr b="0" lang="en-US" sz="1400" strike="noStrike" u="none">
                <a:solidFill>
                  <a:schemeClr val="dk1"/>
                </a:solidFill>
                <a:effectLst/>
                <a:uFillTx/>
                <a:latin typeface="Times New Roman"/>
                <a:ea typeface="SimSun"/>
              </a:rPr>
              <a:t>- Refer to endocrinologist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endParaRPr b="0" lang="en-US" sz="1400" strike="noStrike" u="none">
              <a:solidFill>
                <a:srgbClr val="000000"/>
              </a:solidFill>
              <a:effectLst/>
              <a:uFillTx/>
              <a:latin typeface="Arial"/>
            </a:endParaRPr>
          </a:p>
        </p:txBody>
      </p:sp>
      <p:sp>
        <p:nvSpPr>
          <p:cNvPr id="144"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45" name="PlaceHolder 3"/>
          <p:cNvSpPr>
            <a:spLocks noGrp="1"/>
          </p:cNvSpPr>
          <p:nvPr>
            <p:ph type="sldNum" idx="49"/>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9894B115-DA42-4EA4-B52E-0E5C01CEE8C8}"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46" name="TextBox 6"/>
          <p:cNvSpPr/>
          <p:nvPr/>
        </p:nvSpPr>
        <p:spPr>
          <a:xfrm>
            <a:off x="471960" y="136440"/>
            <a:ext cx="819972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US" sz="1800" strike="noStrike" u="none">
                <a:solidFill>
                  <a:schemeClr val="dk1"/>
                </a:solidFill>
                <a:effectLst/>
                <a:uFillTx/>
                <a:latin typeface="Arial"/>
                <a:ea typeface="宋体"/>
              </a:rPr>
              <a:t>CONT.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48"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AU"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49" name="PlaceHolder 2"/>
          <p:cNvSpPr>
            <a:spLocks noGrp="1"/>
          </p:cNvSpPr>
          <p:nvPr>
            <p:ph/>
          </p:nvPr>
        </p:nvSpPr>
        <p:spPr>
          <a:xfrm>
            <a:off x="457200" y="1166040"/>
            <a:ext cx="8246520" cy="4525560"/>
          </a:xfrm>
          <a:prstGeom prst="rect">
            <a:avLst/>
          </a:prstGeom>
          <a:noFill/>
          <a:ln w="9360">
            <a:noFill/>
          </a:ln>
        </p:spPr>
        <p:txBody>
          <a:bodyPr lIns="90000" rIns="90000" tIns="45000" bIns="45000" anchor="t">
            <a:noAutofit/>
          </a:bodyPr>
          <a:p>
            <a:pPr indent="0" algn="just" defTabSz="914400">
              <a:lnSpc>
                <a:spcPct val="100000"/>
              </a:lnSpc>
              <a:buNone/>
              <a:tabLst>
                <a:tab algn="l" pos="0"/>
              </a:tabLst>
            </a:pPr>
            <a:r>
              <a:rPr b="1" lang="en-US" sz="1800" strike="noStrike" u="none">
                <a:solidFill>
                  <a:schemeClr val="dk1"/>
                </a:solidFill>
                <a:effectLst/>
                <a:uFillTx/>
                <a:latin typeface="Times New Roman"/>
                <a:ea typeface="SimSun"/>
              </a:rPr>
              <a:t>GOALS OF PHARMACOTHERAPY</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1. Eradicate </a:t>
            </a:r>
            <a:r>
              <a:rPr b="0" i="1" lang="en-US" sz="1800" strike="noStrike" u="none">
                <a:solidFill>
                  <a:schemeClr val="dk1"/>
                </a:solidFill>
                <a:effectLst/>
                <a:uFillTx/>
                <a:latin typeface="Times New Roman"/>
                <a:ea typeface="SimSun"/>
              </a:rPr>
              <a:t>P. falciparum </a:t>
            </a:r>
            <a:r>
              <a:rPr b="0" lang="en-US" sz="1800" strike="noStrike" u="none">
                <a:solidFill>
                  <a:schemeClr val="dk1"/>
                </a:solidFill>
                <a:effectLst/>
                <a:uFillTx/>
                <a:latin typeface="Times New Roman"/>
                <a:ea typeface="SimSun"/>
              </a:rPr>
              <a:t>parasitemia to resolve malaria.</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2. Prevent complications (e.g., cerebral malaria, renal failure, severe anemia).</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3. Maintain glycemic control to avoid hypoglycemia or hyperglycemia.</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4. Minimize drug interactions between antimalarials and antidiabetic medications.</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5. Improve quality of life and prevent malaria recurrence.</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6. Manage symptoms and provide supportive care to ensure recovery.</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1" lang="en-US" sz="1800" strike="noStrike" u="none">
                <a:solidFill>
                  <a:schemeClr val="dk1"/>
                </a:solidFill>
                <a:effectLst/>
                <a:uFillTx/>
                <a:latin typeface="Times New Roman"/>
                <a:ea typeface="SimSun"/>
              </a:rPr>
              <a:t>PHARMACOTHERAPY</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IV Artesunate 120 mg (2.4 mg/kg) at 0, 12, and 24 hours, then daily for up to 7 days.</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Artemether-Lumefantrine (20/120 mg, 4 tablets at 0, 8, 24, 36, 48, and 60 hours) as follow-on therapy.</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IV Ceftriaxone 1 g daily for 5 days (prophylactic antibiotic).</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IV 0.9% Normal Saline 500 mL bolus, then 1–2 mL/kg/hour maintenance.</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Insulin Glargine 10 units daily and Insulin Aspart 4–6 units as needed for glucose &gt;180 mg/dL.</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Metformin 1 g twice daily (continued with renal function monitoring).</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IV Diazepam 10 mg as needed for seizures.</a:t>
            </a:r>
            <a:endParaRPr b="0" lang="en-US" sz="1800" strike="noStrike" u="none">
              <a:solidFill>
                <a:srgbClr val="000000"/>
              </a:solidFill>
              <a:effectLst/>
              <a:uFillTx/>
              <a:latin typeface="Arial"/>
            </a:endParaRPr>
          </a:p>
          <a:p>
            <a:pPr indent="0" algn="just" defTabSz="914400">
              <a:lnSpc>
                <a:spcPct val="100000"/>
              </a:lnSpc>
              <a:buNone/>
              <a:tabLst>
                <a:tab algn="l" pos="0"/>
              </a:tabLst>
            </a:pPr>
            <a:r>
              <a:rPr b="0" lang="en-US" sz="1800" strike="noStrike" u="none">
                <a:solidFill>
                  <a:schemeClr val="dk1"/>
                </a:solidFill>
                <a:effectLst/>
                <a:uFillTx/>
                <a:latin typeface="Times New Roman"/>
                <a:ea typeface="SimSun"/>
              </a:rPr>
              <a:t>- Paracetamol 1 g every 8 hours as needed for fever.</a:t>
            </a:r>
            <a:endParaRPr b="0" lang="en-US" sz="1800" strike="noStrike" u="none">
              <a:solidFill>
                <a:srgbClr val="000000"/>
              </a:solidFill>
              <a:effectLst/>
              <a:uFillTx/>
              <a:latin typeface="Arial"/>
            </a:endParaRPr>
          </a:p>
          <a:p>
            <a:pPr indent="0" algn="just" defTabSz="914400">
              <a:lnSpc>
                <a:spcPct val="100000"/>
              </a:lnSpc>
              <a:buNone/>
              <a:tabLst>
                <a:tab algn="l" pos="0"/>
              </a:tabLst>
            </a:pPr>
            <a:endParaRPr b="0" lang="en-US" sz="1800" strike="noStrike" u="none">
              <a:solidFill>
                <a:srgbClr val="000000"/>
              </a:solidFill>
              <a:effectLst/>
              <a:uFillTx/>
              <a:latin typeface="Arial"/>
            </a:endParaRPr>
          </a:p>
        </p:txBody>
      </p:sp>
      <p:sp>
        <p:nvSpPr>
          <p:cNvPr id="150"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51" name="PlaceHolder 3"/>
          <p:cNvSpPr>
            <a:spLocks noGrp="1"/>
          </p:cNvSpPr>
          <p:nvPr>
            <p:ph type="sldNum" idx="50"/>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E82DDAEE-1EA3-47B8-BDAF-1BE84C90D9F4}"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52" name="TextBox 6"/>
          <p:cNvSpPr/>
          <p:nvPr/>
        </p:nvSpPr>
        <p:spPr>
          <a:xfrm>
            <a:off x="457200" y="666360"/>
            <a:ext cx="464760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AU" sz="1800" strike="noStrike" u="none">
                <a:solidFill>
                  <a:schemeClr val="dk1"/>
                </a:solidFill>
                <a:effectLst/>
                <a:uFillTx/>
                <a:latin typeface="Arial"/>
                <a:ea typeface="宋体"/>
              </a:rPr>
              <a:t>CONT.D</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54"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55" name="PlaceHolder 2"/>
          <p:cNvSpPr>
            <a:spLocks noGrp="1"/>
          </p:cNvSpPr>
          <p:nvPr>
            <p:ph/>
          </p:nvPr>
        </p:nvSpPr>
        <p:spPr>
          <a:xfrm>
            <a:off x="457200" y="1261800"/>
            <a:ext cx="8438400" cy="5151240"/>
          </a:xfrm>
          <a:prstGeom prst="rect">
            <a:avLst/>
          </a:prstGeom>
          <a:noFill/>
          <a:ln w="9360">
            <a:noFill/>
          </a:ln>
        </p:spPr>
        <p:txBody>
          <a:bodyPr lIns="90000" rIns="90000" tIns="45000" bIns="45000" anchor="t">
            <a:noAutofit/>
          </a:bodyPr>
          <a:p>
            <a:pPr marL="343080" indent="-343080" algn="just" defTabSz="914400">
              <a:lnSpc>
                <a:spcPct val="100000"/>
              </a:lnSpc>
              <a:spcBef>
                <a:spcPts val="281"/>
              </a:spcBef>
              <a:buClr>
                <a:srgbClr val="000000"/>
              </a:buClr>
              <a:buFont typeface="Symbol" charset="2"/>
              <a:buChar char=""/>
            </a:pPr>
            <a:r>
              <a:rPr b="0" lang="en-US" sz="1400" strike="noStrike" u="none">
                <a:solidFill>
                  <a:schemeClr val="dk1"/>
                </a:solidFill>
                <a:effectLst/>
                <a:uFillTx/>
                <a:latin typeface="Arial"/>
                <a:ea typeface="Arial"/>
              </a:rPr>
              <a:t>Drug Selection &amp; Dosing in Organ Impairment:</a:t>
            </a:r>
            <a:endParaRPr b="0" lang="en-US" sz="1400" strike="noStrike" u="none">
              <a:solidFill>
                <a:srgbClr val="000000"/>
              </a:solidFill>
              <a:effectLst/>
              <a:uFillTx/>
              <a:latin typeface="Arial"/>
            </a:endParaRPr>
          </a:p>
          <a:p>
            <a:pPr indent="0" algn="just" defTabSz="914400">
              <a:lnSpc>
                <a:spcPct val="100000"/>
              </a:lnSpc>
              <a:spcBef>
                <a:spcPts val="281"/>
              </a:spcBef>
              <a:buNone/>
              <a:tabLst>
                <a:tab algn="l" pos="0"/>
              </a:tabLst>
            </a:pPr>
            <a:r>
              <a:rPr b="0" lang="en-AU" sz="1400" strike="noStrike" u="none">
                <a:solidFill>
                  <a:schemeClr val="dk1"/>
                </a:solidFill>
                <a:effectLst/>
                <a:uFillTx/>
                <a:latin typeface="Arial"/>
                <a:ea typeface="Arial"/>
              </a:rPr>
              <a:t>-Advised on appropriate dosing of antimalarials and other medications considering the patient's mild renal impairment and potential for hepatic dysfunction.</a:t>
            </a:r>
            <a:endParaRPr b="0" lang="en-US" sz="1400" strike="noStrike" u="none">
              <a:solidFill>
                <a:srgbClr val="000000"/>
              </a:solidFill>
              <a:effectLst/>
              <a:uFillTx/>
              <a:latin typeface="Arial"/>
            </a:endParaRPr>
          </a:p>
          <a:p>
            <a:pPr indent="0" algn="just" defTabSz="914400">
              <a:lnSpc>
                <a:spcPct val="100000"/>
              </a:lnSpc>
              <a:spcBef>
                <a:spcPts val="281"/>
              </a:spcBef>
              <a:buNone/>
              <a:tabLst>
                <a:tab algn="l" pos="0"/>
              </a:tabLst>
            </a:pPr>
            <a:r>
              <a:rPr b="0" lang="en-AU" sz="1400" strike="noStrike" u="none">
                <a:solidFill>
                  <a:schemeClr val="dk1"/>
                </a:solidFill>
                <a:effectLst/>
                <a:uFillTx/>
                <a:latin typeface="Arial"/>
                <a:ea typeface="Arial"/>
              </a:rPr>
              <a:t>-Confirmed Artesunate dosing and transition to oral AL.</a:t>
            </a:r>
            <a:endParaRPr b="0" lang="en-US" sz="1400" strike="noStrike" u="none">
              <a:solidFill>
                <a:srgbClr val="000000"/>
              </a:solidFill>
              <a:effectLst/>
              <a:uFillTx/>
              <a:latin typeface="Arial"/>
            </a:endParaRPr>
          </a:p>
          <a:p>
            <a:pPr marL="343080" indent="-343080" algn="just" defTabSz="914400">
              <a:lnSpc>
                <a:spcPct val="100000"/>
              </a:lnSpc>
              <a:spcBef>
                <a:spcPts val="281"/>
              </a:spcBef>
              <a:buClr>
                <a:srgbClr val="000000"/>
              </a:buClr>
              <a:buFont typeface="Arial"/>
              <a:buChar char="•"/>
              <a:tabLst>
                <a:tab algn="l" pos="0"/>
              </a:tabLst>
            </a:pPr>
            <a:r>
              <a:rPr b="0" lang="en-AU" sz="1400" strike="noStrike" u="none">
                <a:solidFill>
                  <a:schemeClr val="dk1"/>
                </a:solidFill>
                <a:effectLst/>
                <a:uFillTx/>
                <a:latin typeface="Arial"/>
                <a:ea typeface="Arial"/>
              </a:rPr>
              <a:t>Drug-Drug Interactions:</a:t>
            </a:r>
            <a:endParaRPr b="0" lang="en-US" sz="1400" strike="noStrike" u="none">
              <a:solidFill>
                <a:srgbClr val="000000"/>
              </a:solidFill>
              <a:effectLst/>
              <a:uFillTx/>
              <a:latin typeface="Arial"/>
            </a:endParaRPr>
          </a:p>
          <a:p>
            <a:pPr indent="0" algn="just" defTabSz="914400">
              <a:lnSpc>
                <a:spcPct val="100000"/>
              </a:lnSpc>
              <a:spcBef>
                <a:spcPts val="281"/>
              </a:spcBef>
              <a:buNone/>
              <a:tabLst>
                <a:tab algn="l" pos="0"/>
              </a:tabLst>
            </a:pPr>
            <a:r>
              <a:rPr b="0" lang="en-AU" sz="1400" strike="noStrike" u="none">
                <a:solidFill>
                  <a:schemeClr val="dk1"/>
                </a:solidFill>
                <a:effectLst/>
                <a:uFillTx/>
                <a:latin typeface="Arial"/>
                <a:ea typeface="Arial"/>
              </a:rPr>
              <a:t>-Monitored for potential interactions between antimalarials and insulin/oral hypoglycemics (though current oral hypoglycemics were held).</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AU" sz="1400" strike="noStrike" u="none">
                <a:solidFill>
                  <a:schemeClr val="dk1"/>
                </a:solidFill>
                <a:effectLst/>
                <a:uFillTx/>
                <a:latin typeface="Arial"/>
                <a:ea typeface="Arial"/>
              </a:rPr>
              <a:t>-Considered impact of antimalarials on blood glucose (e.g., quinine can cause hypoglycemia, but not used here).</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Arial"/>
              <a:buChar char="•"/>
              <a:tabLst>
                <a:tab algn="l" pos="0"/>
              </a:tabLst>
            </a:pPr>
            <a:r>
              <a:rPr b="0" lang="en-GB" sz="1400" strike="noStrike" u="none">
                <a:solidFill>
                  <a:schemeClr val="dk1"/>
                </a:solidFill>
                <a:effectLst/>
                <a:uFillTx/>
                <a:latin typeface="Arial"/>
                <a:ea typeface="Arial"/>
              </a:rPr>
              <a:t>Glycemic Management: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-Collaborated with the medical team to optimize insulin regimen, considering fluctuating blood glucose levels during acute illness.</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-Provided guidance on re-initiating oral hypoglycemic agents once the patient stabilized and renal function improved.</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Arial"/>
              <a:buChar char="•"/>
              <a:tabLst>
                <a:tab algn="l" pos="0"/>
              </a:tabLst>
            </a:pPr>
            <a:r>
              <a:rPr b="0" lang="en-GB" sz="1400" strike="noStrike" u="none">
                <a:solidFill>
                  <a:schemeClr val="dk1"/>
                </a:solidFill>
                <a:effectLst/>
                <a:uFillTx/>
                <a:latin typeface="Arial"/>
                <a:ea typeface="Arial"/>
              </a:rPr>
              <a:t>Adherence &amp; Patient Education (post-stabilization):</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-Counseled on the importance of completing the full course of antimalarial therapy.</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-Reinforced strict adherence to diabetic medication and lifestyle modifications for long-term glycemic control.</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Arial"/>
              <a:buChar char="•"/>
              <a:tabLst>
                <a:tab algn="l" pos="0"/>
              </a:tabLst>
            </a:pPr>
            <a:r>
              <a:rPr b="0" lang="en-GB" sz="1400" strike="noStrike" u="none">
                <a:solidFill>
                  <a:schemeClr val="dk1"/>
                </a:solidFill>
                <a:effectLst/>
                <a:uFillTx/>
                <a:latin typeface="Arial"/>
                <a:ea typeface="Arial"/>
              </a:rPr>
              <a:t>Educated on malaria prevention strategies for future travel (e.g., chemoprophylaxis, mosquito bite prevention).</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endParaRPr b="0" lang="en-US" sz="1400" strike="noStrike" u="none">
              <a:solidFill>
                <a:srgbClr val="000000"/>
              </a:solidFill>
              <a:effectLst/>
              <a:uFillTx/>
              <a:latin typeface="Arial"/>
            </a:endParaRPr>
          </a:p>
        </p:txBody>
      </p:sp>
      <p:sp>
        <p:nvSpPr>
          <p:cNvPr id="156"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57" name="PlaceHolder 3"/>
          <p:cNvSpPr>
            <a:spLocks noGrp="1"/>
          </p:cNvSpPr>
          <p:nvPr>
            <p:ph type="sldNum" idx="51"/>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B3106F3D-25A6-4160-BDE8-C77E739CD166}"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58" name="TextBox 6"/>
          <p:cNvSpPr/>
          <p:nvPr/>
        </p:nvSpPr>
        <p:spPr>
          <a:xfrm>
            <a:off x="247680" y="731520"/>
            <a:ext cx="843840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US" sz="1800" strike="noStrike" u="none">
                <a:solidFill>
                  <a:schemeClr val="dk1"/>
                </a:solidFill>
                <a:effectLst/>
                <a:uFillTx/>
                <a:latin typeface="Arial"/>
                <a:ea typeface="宋体"/>
              </a:rPr>
              <a:t>Pharmacist's Interventions &amp; Pharmaceutical Care Issues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60" name="PlaceHolder 1"/>
          <p:cNvSpPr>
            <a:spLocks noGrp="1"/>
          </p:cNvSpPr>
          <p:nvPr>
            <p:ph/>
          </p:nvPr>
        </p:nvSpPr>
        <p:spPr>
          <a:xfrm>
            <a:off x="485640" y="411480"/>
            <a:ext cx="8456400" cy="6001560"/>
          </a:xfrm>
          <a:prstGeom prst="rect">
            <a:avLst/>
          </a:prstGeom>
          <a:noFill/>
          <a:ln w="9360">
            <a:noFill/>
          </a:ln>
        </p:spPr>
        <p:txBody>
          <a:bodyPr lIns="90000" rIns="90000" tIns="45000" bIns="45000" anchor="t">
            <a:noAutofit/>
          </a:bodyPr>
          <a:p>
            <a:pPr indent="0" algn="ctr" defTabSz="914400">
              <a:lnSpc>
                <a:spcPct val="100000"/>
              </a:lnSpc>
              <a:spcBef>
                <a:spcPts val="400"/>
              </a:spcBef>
              <a:buNone/>
              <a:tabLst>
                <a:tab algn="l" pos="0"/>
              </a:tabLst>
            </a:pPr>
            <a:r>
              <a:rPr b="1" lang="en-US" sz="2000" strike="noStrike" u="none">
                <a:solidFill>
                  <a:schemeClr val="dk1"/>
                </a:solidFill>
                <a:effectLst/>
                <a:uFillTx/>
                <a:latin typeface="Arial"/>
                <a:ea typeface="Arial"/>
              </a:rPr>
              <a:t>MANAGEMENT OF HIV DISEASE</a:t>
            </a:r>
            <a:endParaRPr b="0" lang="en-US" sz="2000" strike="noStrike" u="none">
              <a:solidFill>
                <a:srgbClr val="000000"/>
              </a:solidFill>
              <a:effectLst/>
              <a:uFillTx/>
              <a:latin typeface="Arial"/>
            </a:endParaRPr>
          </a:p>
          <a:p>
            <a:pPr indent="0" algn="ctr" defTabSz="914400">
              <a:lnSpc>
                <a:spcPct val="100000"/>
              </a:lnSpc>
              <a:spcBef>
                <a:spcPts val="400"/>
              </a:spcBef>
              <a:buNone/>
              <a:tabLst>
                <a:tab algn="l" pos="0"/>
              </a:tabLst>
            </a:pPr>
            <a:r>
              <a:rPr b="1" lang="en-US" sz="2000" strike="noStrike" u="none">
                <a:solidFill>
                  <a:schemeClr val="dk1"/>
                </a:solidFill>
                <a:effectLst/>
                <a:uFillTx/>
                <a:latin typeface="Arial"/>
                <a:ea typeface="Arial"/>
              </a:rPr>
              <a:t>Case Study 4</a:t>
            </a:r>
            <a:endParaRPr b="0" lang="en-US" sz="2000" strike="noStrike" u="none">
              <a:solidFill>
                <a:srgbClr val="000000"/>
              </a:solidFill>
              <a:effectLst/>
              <a:uFillTx/>
              <a:latin typeface="Arial"/>
            </a:endParaRPr>
          </a:p>
          <a:p>
            <a:pPr indent="0" algn="just" defTabSz="914400">
              <a:lnSpc>
                <a:spcPct val="150000"/>
              </a:lnSpc>
              <a:buNone/>
              <a:tabLst>
                <a:tab algn="l" pos="0"/>
              </a:tabLst>
            </a:pPr>
            <a:r>
              <a:rPr b="1" lang="en-US" sz="1400" strike="noStrike" u="none">
                <a:solidFill>
                  <a:schemeClr val="dk1"/>
                </a:solidFill>
                <a:effectLst/>
                <a:uFillTx/>
                <a:latin typeface="Times New Roman"/>
                <a:ea typeface="Times New Roman"/>
              </a:rPr>
              <a:t>Subjective (S):</a:t>
            </a:r>
            <a:endParaRPr b="0" lang="en-US" sz="1400" strike="noStrike" u="none">
              <a:solidFill>
                <a:srgbClr val="000000"/>
              </a:solidFill>
              <a:effectLst/>
              <a:uFillTx/>
              <a:latin typeface="Arial"/>
            </a:endParaRPr>
          </a:p>
          <a:p>
            <a:pPr indent="0" algn="just" defTabSz="914400">
              <a:lnSpc>
                <a:spcPct val="150000"/>
              </a:lnSpc>
              <a:buNone/>
              <a:tabLst>
                <a:tab algn="l" pos="0"/>
              </a:tabLst>
            </a:pPr>
            <a:r>
              <a:rPr b="0" lang="en-US" sz="1400" strike="noStrike" u="none">
                <a:solidFill>
                  <a:schemeClr val="dk1"/>
                </a:solidFill>
                <a:effectLst/>
                <a:uFillTx/>
                <a:latin typeface="Times New Roman"/>
                <a:ea typeface="Times New Roman"/>
              </a:rPr>
              <a:t>J.K., a 30-year-old male, presents to the clinic with a 2-month history of fatigue, weight loss (6 kg), recurrent fever, and night sweats. He was diagnosed with HIV 1 month ago after routine testing during a hospital visit for pneumonia. He has not yet started ART due to fear of stigma and lack of understanding about treatment. He reports unprotected sexual intercourse with multiple partners over the past year. No history of TB, diabetes, or other chronic illnesses. He smokes occasionally but denies alcohol or illicit drug use. No known drug allergies.</a:t>
            </a:r>
            <a:endParaRPr b="0" lang="en-US" sz="1400" strike="noStrike" u="none">
              <a:solidFill>
                <a:srgbClr val="000000"/>
              </a:solidFill>
              <a:effectLst/>
              <a:uFillTx/>
              <a:latin typeface="Arial"/>
            </a:endParaRPr>
          </a:p>
          <a:p>
            <a:pPr indent="0" algn="just" defTabSz="914400">
              <a:lnSpc>
                <a:spcPct val="150000"/>
              </a:lnSpc>
              <a:buNone/>
              <a:tabLst>
                <a:tab algn="l" pos="0"/>
              </a:tabLst>
            </a:pPr>
            <a:r>
              <a:rPr b="1" lang="en-US" sz="1400" strike="noStrike" u="none">
                <a:solidFill>
                  <a:schemeClr val="dk1"/>
                </a:solidFill>
                <a:effectLst/>
                <a:uFillTx/>
                <a:latin typeface="Times New Roman"/>
                <a:ea typeface="SimSun"/>
              </a:rPr>
              <a:t>Objective(O)</a:t>
            </a:r>
            <a:r>
              <a:rPr b="0" lang="en-US" sz="1400" strike="noStrike" u="none">
                <a:solidFill>
                  <a:schemeClr val="dk1"/>
                </a:solidFill>
                <a:effectLst/>
                <a:uFillTx/>
                <a:latin typeface="Times New Roman"/>
                <a:ea typeface="SimSun"/>
              </a:rPr>
              <a:t>:</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Symbol" charset="2"/>
              <a:buChar char=""/>
              <a:tabLst>
                <a:tab algn="l" pos="0"/>
              </a:tabLst>
            </a:pPr>
            <a:r>
              <a:rPr b="0" lang="en-US" sz="1400" strike="noStrike" u="none">
                <a:solidFill>
                  <a:schemeClr val="dk1"/>
                </a:solidFill>
                <a:effectLst/>
                <a:uFillTx/>
                <a:latin typeface="Arial"/>
                <a:ea typeface="Arial"/>
              </a:rPr>
              <a:t>Current Vital Signs: Stable.</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Symbol" charset="2"/>
              <a:buChar char=""/>
              <a:tabLst>
                <a:tab algn="l" pos="0"/>
              </a:tabLst>
            </a:pPr>
            <a:r>
              <a:rPr b="0" lang="en-US" sz="1400" strike="noStrike" u="none">
                <a:solidFill>
                  <a:schemeClr val="dk1"/>
                </a:solidFill>
                <a:effectLst/>
                <a:uFillTx/>
                <a:latin typeface="Arial"/>
                <a:ea typeface="Arial"/>
              </a:rPr>
              <a:t>Baseline Labs (3 years ago):</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-CD4 Count: 350 cells/µL.</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-HIV Viral Load: 150,000 copies/mL.</a:t>
            </a:r>
            <a:endParaRPr b="0" lang="en-US" sz="1400" strike="noStrike" u="none">
              <a:solidFill>
                <a:srgbClr val="000000"/>
              </a:solidFill>
              <a:effectLst/>
              <a:uFillTx/>
              <a:latin typeface="Arial"/>
            </a:endParaRPr>
          </a:p>
          <a:p>
            <a:pPr marL="285840" indent="-285840" defTabSz="914400">
              <a:lnSpc>
                <a:spcPct val="100000"/>
              </a:lnSpc>
              <a:spcBef>
                <a:spcPts val="281"/>
              </a:spcBef>
              <a:buClr>
                <a:srgbClr val="000000"/>
              </a:buClr>
              <a:buFont typeface="Arial"/>
              <a:buChar char="•"/>
              <a:tabLst>
                <a:tab algn="l" pos="0"/>
              </a:tabLst>
            </a:pPr>
            <a:r>
              <a:rPr b="0" lang="en-US" sz="1400" strike="noStrike" u="none">
                <a:solidFill>
                  <a:schemeClr val="dk1"/>
                </a:solidFill>
                <a:effectLst/>
                <a:uFillTx/>
                <a:latin typeface="Arial"/>
                <a:ea typeface="Arial"/>
              </a:rPr>
              <a:t>Recent Labs (this visit):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-CD4 Count: 750 cells/µL (significant immunological recovery).</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-HIV Viral Load: Undetectable (&lt;20 copies/mL) (consistent virologic suppression).</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-Renal Function (Creatinine, eGFR): Normal and stable.</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-Liver Function Tests: Normal.</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US" sz="1400" strike="noStrike" u="none">
                <a:solidFill>
                  <a:schemeClr val="dk1"/>
                </a:solidFill>
                <a:effectLst/>
                <a:uFillTx/>
                <a:latin typeface="Arial"/>
                <a:ea typeface="Arial"/>
              </a:rPr>
              <a:t>-Lipid Profile: Within normal limits.</a:t>
            </a:r>
            <a:endParaRPr b="0" lang="en-US" sz="1400" strike="noStrike" u="none">
              <a:solidFill>
                <a:srgbClr val="000000"/>
              </a:solidFill>
              <a:effectLst/>
              <a:uFillTx/>
              <a:latin typeface="Arial"/>
            </a:endParaRPr>
          </a:p>
          <a:p>
            <a:pPr indent="0" algn="just" defTabSz="914400">
              <a:lnSpc>
                <a:spcPct val="150000"/>
              </a:lnSpc>
              <a:buNone/>
              <a:tabLst>
                <a:tab algn="l" pos="0"/>
              </a:tabLst>
            </a:pP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endParaRPr b="0" lang="en-US" sz="1400" strike="noStrike" u="none">
              <a:solidFill>
                <a:srgbClr val="000000"/>
              </a:solidFill>
              <a:effectLst/>
              <a:uFillTx/>
              <a:latin typeface="Arial"/>
            </a:endParaRPr>
          </a:p>
        </p:txBody>
      </p:sp>
      <p:sp>
        <p:nvSpPr>
          <p:cNvPr id="161"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62" name="PlaceHolder 2"/>
          <p:cNvSpPr>
            <a:spLocks noGrp="1"/>
          </p:cNvSpPr>
          <p:nvPr>
            <p:ph type="sldNum" idx="52"/>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8BE60B4A-ACC6-4A93-B9DD-E90827158E60}"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64" name="PlaceHolder 1"/>
          <p:cNvSpPr>
            <a:spLocks noGrp="1"/>
          </p:cNvSpPr>
          <p:nvPr>
            <p:ph type="title"/>
          </p:nvPr>
        </p:nvSpPr>
        <p:spPr>
          <a:xfrm>
            <a:off x="457200" y="38880"/>
            <a:ext cx="8228880" cy="536760"/>
          </a:xfrm>
          <a:prstGeom prst="rect">
            <a:avLst/>
          </a:prstGeom>
          <a:noFill/>
          <a:ln w="9360">
            <a:noFill/>
          </a:ln>
        </p:spPr>
        <p:txBody>
          <a:bodyPr lIns="90000" rIns="90000" tIns="45000" bIns="45000" anchor="ctr">
            <a:noAutofit/>
          </a:bodyPr>
          <a:p>
            <a:pPr indent="0" defTabSz="914400">
              <a:lnSpc>
                <a:spcPct val="100000"/>
              </a:lnSpc>
              <a:buNone/>
              <a:tabLst>
                <a:tab algn="l" pos="0"/>
              </a:tabLst>
            </a:pPr>
            <a:r>
              <a:rPr b="0" lang="en-US" sz="4000" strike="noStrike" u="none">
                <a:solidFill>
                  <a:schemeClr val="dk2"/>
                </a:solidFill>
                <a:effectLst/>
                <a:uFillTx/>
                <a:latin typeface="Arial"/>
                <a:ea typeface="Arial"/>
              </a:rPr>
              <a:t>CONT.</a:t>
            </a:r>
            <a:endParaRPr b="0" lang="en-US" sz="4000" strike="noStrike" u="none">
              <a:solidFill>
                <a:srgbClr val="000000"/>
              </a:solidFill>
              <a:effectLst/>
              <a:uFillTx/>
              <a:latin typeface="Arial"/>
            </a:endParaRPr>
          </a:p>
        </p:txBody>
      </p:sp>
      <p:sp>
        <p:nvSpPr>
          <p:cNvPr id="165" name="PlaceHolder 2"/>
          <p:cNvSpPr>
            <a:spLocks noGrp="1"/>
          </p:cNvSpPr>
          <p:nvPr>
            <p:ph/>
          </p:nvPr>
        </p:nvSpPr>
        <p:spPr>
          <a:xfrm>
            <a:off x="510480" y="731520"/>
            <a:ext cx="8175600" cy="5938560"/>
          </a:xfrm>
          <a:prstGeom prst="rect">
            <a:avLst/>
          </a:prstGeom>
          <a:noFill/>
          <a:ln w="9360">
            <a:noFill/>
          </a:ln>
        </p:spPr>
        <p:txBody>
          <a:bodyPr lIns="90000" rIns="90000" tIns="45000" bIns="45000" anchor="t">
            <a:noAutofit/>
          </a:bodyPr>
          <a:p>
            <a:pPr indent="0" defTabSz="914400">
              <a:lnSpc>
                <a:spcPct val="100000"/>
              </a:lnSpc>
              <a:spcBef>
                <a:spcPts val="320"/>
              </a:spcBef>
              <a:buNone/>
              <a:tabLst>
                <a:tab algn="l" pos="0"/>
              </a:tabLst>
            </a:pPr>
            <a:r>
              <a:rPr b="1" lang="en-US" sz="1600" strike="noStrike" u="none">
                <a:solidFill>
                  <a:schemeClr val="dk1"/>
                </a:solidFill>
                <a:effectLst/>
                <a:uFillTx/>
                <a:latin typeface="Arial"/>
                <a:ea typeface="Arial"/>
              </a:rPr>
              <a:t>Assessment(A)</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 Diagnosis: HIV disease (WHO Stage 3 due to weight loss &gt;10% and recurrent fever) with advanced immunosuppression (CD4 &lt;200 cells/µL).</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Risk Factors: Unprotected sexual intercourse, delayed ART initiation, smoking.</a:t>
            </a:r>
            <a:endParaRPr b="0" lang="en-US" sz="1600" strike="noStrike" u="none">
              <a:solidFill>
                <a:srgbClr val="000000"/>
              </a:solidFill>
              <a:effectLst/>
              <a:uFillTx/>
              <a:latin typeface="Arial"/>
            </a:endParaRPr>
          </a:p>
          <a:p>
            <a:pPr marL="432000" indent="-343080" algn="just" defTabSz="914400">
              <a:lnSpc>
                <a:spcPct val="150000"/>
              </a:lnSpc>
              <a:buClr>
                <a:srgbClr val="000000"/>
              </a:buClr>
              <a:buFont typeface="Symbol" charset="2"/>
              <a:buChar char=""/>
              <a:tabLst>
                <a:tab algn="l" pos="0"/>
              </a:tabLst>
            </a:pPr>
            <a:r>
              <a:rPr b="0" lang="en-US" sz="1600" strike="noStrike" u="none">
                <a:solidFill>
                  <a:schemeClr val="dk1"/>
                </a:solidFill>
                <a:effectLst/>
                <a:uFillTx/>
                <a:latin typeface="Times New Roman"/>
                <a:ea typeface="Times New Roman"/>
              </a:rPr>
              <a:t>Differential Diagnosis: Tuberculosis, lymphoma, chronic fungal infection (e.g., histoplasmosis).</a:t>
            </a:r>
            <a:endParaRPr b="0" lang="en-US" sz="1600" strike="noStrike" u="none">
              <a:solidFill>
                <a:srgbClr val="000000"/>
              </a:solidFill>
              <a:effectLst/>
              <a:uFillTx/>
              <a:latin typeface="Arial"/>
            </a:endParaRPr>
          </a:p>
          <a:p>
            <a:pPr indent="0" algn="just" defTabSz="914400">
              <a:lnSpc>
                <a:spcPct val="150000"/>
              </a:lnSpc>
              <a:buNone/>
              <a:tabLst>
                <a:tab algn="l" pos="0"/>
              </a:tabLst>
            </a:pPr>
            <a:r>
              <a:rPr b="1" lang="en-US" sz="1600" strike="noStrike" u="none">
                <a:solidFill>
                  <a:schemeClr val="dk1"/>
                </a:solidFill>
                <a:effectLst/>
                <a:uFillTx/>
                <a:latin typeface="Times New Roman"/>
                <a:ea typeface="SimSun"/>
              </a:rPr>
              <a:t>PLAN(P)</a:t>
            </a:r>
            <a:endParaRPr b="0" lang="en-US" sz="1600" strike="noStrike" u="none">
              <a:solidFill>
                <a:srgbClr val="000000"/>
              </a:solidFill>
              <a:effectLst/>
              <a:uFillTx/>
              <a:latin typeface="Arial"/>
            </a:endParaRPr>
          </a:p>
          <a:p>
            <a:pPr marL="343080" indent="-343080" defTabSz="914400">
              <a:lnSpc>
                <a:spcPct val="100000"/>
              </a:lnSpc>
              <a:spcBef>
                <a:spcPts val="320"/>
              </a:spcBef>
              <a:buClr>
                <a:srgbClr val="000000"/>
              </a:buClr>
              <a:buFont typeface="Symbol" charset="2"/>
              <a:buChar char=""/>
              <a:tabLst>
                <a:tab algn="l" pos="0"/>
              </a:tabLst>
            </a:pPr>
            <a:r>
              <a:rPr b="0" lang="en-US" sz="1600" strike="noStrike" u="none">
                <a:solidFill>
                  <a:schemeClr val="dk1"/>
                </a:solidFill>
                <a:effectLst/>
                <a:uFillTx/>
                <a:latin typeface="Arial"/>
                <a:ea typeface="Arial"/>
              </a:rPr>
              <a:t>Current ART Regimen:</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US" sz="1600" strike="noStrike" u="none">
                <a:solidFill>
                  <a:schemeClr val="dk1"/>
                </a:solidFill>
                <a:effectLst/>
                <a:uFillTx/>
                <a:latin typeface="Arial"/>
                <a:ea typeface="Arial"/>
              </a:rPr>
              <a:t>-Tenofovir Disoproxil Fumarate (TDF) 300 mg / Lamivudine (3TC) 300 mg / Dolutegravir (DTG) 50 mg (Fixed-Dose Combination - TLD) once daily.</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US" sz="1600" strike="noStrike" u="none">
                <a:solidFill>
                  <a:schemeClr val="dk1"/>
                </a:solidFill>
                <a:effectLst/>
                <a:uFillTx/>
                <a:latin typeface="Arial"/>
                <a:ea typeface="Arial"/>
              </a:rPr>
              <a:t>-Rationale: Highly effective, well-tolerated, single-pill regimen promoting adherence.</a:t>
            </a:r>
            <a:endParaRPr b="0" lang="en-US" sz="1600" strike="noStrike" u="none">
              <a:solidFill>
                <a:srgbClr val="000000"/>
              </a:solidFill>
              <a:effectLst/>
              <a:uFillTx/>
              <a:latin typeface="Arial"/>
            </a:endParaRPr>
          </a:p>
          <a:p>
            <a:pPr marL="285840" indent="-285840" defTabSz="914400">
              <a:lnSpc>
                <a:spcPct val="100000"/>
              </a:lnSpc>
              <a:spcBef>
                <a:spcPts val="320"/>
              </a:spcBef>
              <a:buClr>
                <a:srgbClr val="000000"/>
              </a:buClr>
              <a:buFont typeface="Arial"/>
              <a:buChar char="•"/>
              <a:tabLst>
                <a:tab algn="l" pos="0"/>
              </a:tabLst>
            </a:pPr>
            <a:r>
              <a:rPr b="0" lang="en-US" sz="1600" strike="noStrike" u="none">
                <a:solidFill>
                  <a:schemeClr val="dk1"/>
                </a:solidFill>
                <a:effectLst/>
                <a:uFillTx/>
                <a:latin typeface="Arial"/>
                <a:ea typeface="Arial"/>
              </a:rPr>
              <a:t>Ongoing Monitoring:</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US" sz="1600" strike="noStrike" u="none">
                <a:solidFill>
                  <a:schemeClr val="dk1"/>
                </a:solidFill>
                <a:effectLst/>
                <a:uFillTx/>
                <a:latin typeface="Arial"/>
                <a:ea typeface="Arial"/>
              </a:rPr>
              <a:t>-Annual monitoring of CD4 count and viral load (if stable, every 6-12 months).</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US" sz="1600" strike="noStrike" u="none">
                <a:solidFill>
                  <a:schemeClr val="dk1"/>
                </a:solidFill>
                <a:effectLst/>
                <a:uFillTx/>
                <a:latin typeface="Arial"/>
                <a:ea typeface="Arial"/>
              </a:rPr>
              <a:t>-Regular monitoring of renal function (creatinine, eGFR) due to TDF.</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US" sz="1600" strike="noStrike" u="none">
                <a:solidFill>
                  <a:schemeClr val="dk1"/>
                </a:solidFill>
                <a:effectLst/>
                <a:uFillTx/>
                <a:latin typeface="Arial"/>
                <a:ea typeface="Arial"/>
              </a:rPr>
              <a:t>-Lipid profile and glucose monitoring (annually).</a:t>
            </a:r>
            <a:endParaRPr b="0" lang="en-US" sz="1600" strike="noStrike" u="none">
              <a:solidFill>
                <a:srgbClr val="000000"/>
              </a:solidFill>
              <a:effectLst/>
              <a:uFillTx/>
              <a:latin typeface="Arial"/>
            </a:endParaRPr>
          </a:p>
          <a:p>
            <a:pPr indent="0" defTabSz="914400">
              <a:lnSpc>
                <a:spcPct val="100000"/>
              </a:lnSpc>
              <a:spcBef>
                <a:spcPts val="320"/>
              </a:spcBef>
              <a:buNone/>
              <a:tabLst>
                <a:tab algn="l" pos="0"/>
              </a:tabLst>
            </a:pPr>
            <a:r>
              <a:rPr b="0" lang="en-US" sz="1600" strike="noStrike" u="none">
                <a:solidFill>
                  <a:schemeClr val="dk1"/>
                </a:solidFill>
                <a:effectLst/>
                <a:uFillTx/>
                <a:latin typeface="Arial"/>
                <a:ea typeface="Arial"/>
              </a:rPr>
              <a:t>-Screening for potential comorbidities (e.g., cardiovascular risk, bone health).</a:t>
            </a:r>
            <a:endParaRPr b="0" lang="en-US" sz="1600" strike="noStrike" u="none">
              <a:solidFill>
                <a:srgbClr val="000000"/>
              </a:solidFill>
              <a:effectLst/>
              <a:uFillTx/>
              <a:latin typeface="Arial"/>
            </a:endParaRPr>
          </a:p>
          <a:p>
            <a:pPr marL="285840" indent="-285840" defTabSz="914400">
              <a:lnSpc>
                <a:spcPct val="100000"/>
              </a:lnSpc>
              <a:spcBef>
                <a:spcPts val="320"/>
              </a:spcBef>
              <a:buClr>
                <a:srgbClr val="000000"/>
              </a:buClr>
              <a:buFont typeface="Arial"/>
              <a:buChar char="•"/>
              <a:tabLst>
                <a:tab algn="l" pos="0"/>
              </a:tabLst>
            </a:pPr>
            <a:r>
              <a:rPr b="0" lang="en-US" sz="1600" strike="noStrike" u="none">
                <a:solidFill>
                  <a:schemeClr val="dk1"/>
                </a:solidFill>
                <a:effectLst/>
                <a:uFillTx/>
                <a:latin typeface="Arial"/>
                <a:ea typeface="Arial"/>
              </a:rPr>
              <a:t>Vaccinations: Ensured up-to-date on recommended vaccinations (e.g., influenza, pneumococcal, hepatitis B).</a:t>
            </a:r>
            <a:endParaRPr b="0" lang="en-US" sz="1600" strike="noStrike" u="none">
              <a:solidFill>
                <a:srgbClr val="000000"/>
              </a:solidFill>
              <a:effectLst/>
              <a:uFillTx/>
              <a:latin typeface="Arial"/>
            </a:endParaRPr>
          </a:p>
          <a:p>
            <a:pPr indent="0" algn="just" defTabSz="914400">
              <a:lnSpc>
                <a:spcPct val="150000"/>
              </a:lnSpc>
              <a:buNone/>
              <a:tabLst>
                <a:tab algn="l" pos="0"/>
              </a:tabLst>
            </a:pPr>
            <a:endParaRPr b="0" lang="en-US" sz="1600" strike="noStrike" u="none">
              <a:solidFill>
                <a:srgbClr val="000000"/>
              </a:solidFill>
              <a:effectLst/>
              <a:uFillTx/>
              <a:latin typeface="Arial"/>
            </a:endParaRPr>
          </a:p>
          <a:p>
            <a:pPr indent="0" algn="just" defTabSz="914400">
              <a:lnSpc>
                <a:spcPct val="150000"/>
              </a:lnSpc>
              <a:buNone/>
              <a:tabLst>
                <a:tab algn="l" pos="0"/>
              </a:tabLst>
            </a:pPr>
            <a:endParaRPr b="0" lang="en-US" sz="1600" strike="noStrike" u="none">
              <a:solidFill>
                <a:srgbClr val="000000"/>
              </a:solidFill>
              <a:effectLst/>
              <a:uFillTx/>
              <a:latin typeface="Arial"/>
            </a:endParaRPr>
          </a:p>
          <a:p>
            <a:pPr indent="0" algn="just" defTabSz="914400">
              <a:lnSpc>
                <a:spcPct val="150000"/>
              </a:lnSpc>
              <a:buNone/>
              <a:tabLst>
                <a:tab algn="l" pos="0"/>
              </a:tabLst>
            </a:pPr>
            <a:endParaRPr b="0" lang="en-US" sz="1600" strike="noStrike" u="none">
              <a:solidFill>
                <a:srgbClr val="000000"/>
              </a:solidFill>
              <a:effectLst/>
              <a:uFillTx/>
              <a:latin typeface="Arial"/>
            </a:endParaRPr>
          </a:p>
        </p:txBody>
      </p:sp>
      <p:sp>
        <p:nvSpPr>
          <p:cNvPr id="166"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67" name="PlaceHolder 3"/>
          <p:cNvSpPr>
            <a:spLocks noGrp="1"/>
          </p:cNvSpPr>
          <p:nvPr>
            <p:ph type="sldNum" idx="53"/>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F7A00EF3-6781-4285-ACD0-8B9858B509FA}"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Num" idx="54"/>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E3F67593-4A79-408D-8E28-43268BA015AC}"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69" name="TextBox 2"/>
          <p:cNvSpPr/>
          <p:nvPr/>
        </p:nvSpPr>
        <p:spPr>
          <a:xfrm>
            <a:off x="384120" y="758880"/>
            <a:ext cx="8384400" cy="61855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tabLst>
                <a:tab algn="l" pos="0"/>
              </a:tabLst>
            </a:pPr>
            <a:r>
              <a:rPr b="1" lang="en-US" sz="1800" strike="noStrike" u="none">
                <a:solidFill>
                  <a:schemeClr val="dk1"/>
                </a:solidFill>
                <a:effectLst/>
                <a:uFillTx/>
                <a:latin typeface="Times New Roman"/>
                <a:ea typeface="Times New Roman"/>
              </a:rPr>
              <a:t>GOALS OF PHARMACOTHERAPY</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1. Achieve and maintain undetectable HIV viral load (&lt;50 copies/mL).</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2. Restore and preserve immune function (increase CD4 count).</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3. Prevent opportunistic infections and AIDS-defining conditions.</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4. Minimize drug toxicity and manage interactions.</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5. Improve quality of life and prevent HIV transmission.</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6. Provide symptomatic relief (e.g., fever, fatigue).</a:t>
            </a:r>
            <a:endParaRPr b="0" lang="en-US" sz="1800" strike="noStrike" u="none">
              <a:solidFill>
                <a:srgbClr val="000000"/>
              </a:solidFill>
              <a:effectLst/>
              <a:uFillTx/>
              <a:latin typeface="Arial"/>
            </a:endParaRPr>
          </a:p>
          <a:p>
            <a:pPr algn="just" defTabSz="914400">
              <a:lnSpc>
                <a:spcPct val="150000"/>
              </a:lnSpc>
              <a:tabLst>
                <a:tab algn="l" pos="0"/>
              </a:tabLst>
            </a:pPr>
            <a:r>
              <a:rPr b="1" lang="en-US" sz="1800" strike="noStrike" u="none">
                <a:solidFill>
                  <a:schemeClr val="dk1"/>
                </a:solidFill>
                <a:effectLst/>
                <a:uFillTx/>
                <a:latin typeface="Times New Roman"/>
                <a:ea typeface="Times New Roman"/>
              </a:rPr>
              <a:t>PHARMACOTHERAPY</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 TDF 300 mg daily, 3TC 300 mg daily, DTG 50 mg daily** (first-line ART).</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 Cotrimoxazole 960 mg daily for PCP and toxoplasmosis prophylaxis.</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 Pyridoxine 25 mg daily to prevent neuropathy.</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 Paracetamol 1 g as needed for fever.</a:t>
            </a:r>
            <a:endParaRPr b="0" lang="en-US" sz="1800" strike="noStrike" u="none">
              <a:solidFill>
                <a:srgbClr val="000000"/>
              </a:solidFill>
              <a:effectLst/>
              <a:uFillTx/>
              <a:latin typeface="Arial"/>
            </a:endParaRPr>
          </a:p>
          <a:p>
            <a:pPr algn="just" defTabSz="914400">
              <a:lnSpc>
                <a:spcPct val="150000"/>
              </a:lnSpc>
              <a:tabLst>
                <a:tab algn="l" pos="0"/>
              </a:tabLst>
            </a:pPr>
            <a:r>
              <a:rPr b="0" lang="en-US" sz="1800" strike="noStrike" u="none">
                <a:solidFill>
                  <a:schemeClr val="dk1"/>
                </a:solidFill>
                <a:effectLst/>
                <a:uFillTx/>
                <a:latin typeface="Times New Roman"/>
                <a:ea typeface="Times New Roman"/>
              </a:rPr>
              <a:t> </a:t>
            </a:r>
            <a:endParaRPr b="0" lang="en-US" sz="1800" strike="noStrike" u="none">
              <a:solidFill>
                <a:srgbClr val="000000"/>
              </a:solidFill>
              <a:effectLst/>
              <a:uFillTx/>
              <a:latin typeface="Arial"/>
            </a:endParaRPr>
          </a:p>
          <a:p>
            <a:pPr algn="just" defTabSz="914400">
              <a:lnSpc>
                <a:spcPct val="150000"/>
              </a:lnSpc>
              <a:tabLst>
                <a:tab algn="l" pos="0"/>
              </a:tabLst>
            </a:pPr>
            <a:endParaRPr b="0" lang="en-US" sz="1800" strike="noStrike" u="none">
              <a:solidFill>
                <a:srgbClr val="000000"/>
              </a:solidFill>
              <a:effectLst/>
              <a:uFillTx/>
              <a:latin typeface="Arial"/>
            </a:endParaRPr>
          </a:p>
          <a:p>
            <a:pPr defTabSz="914400">
              <a:lnSpc>
                <a:spcPct val="100000"/>
              </a:lnSpc>
              <a:tabLst>
                <a:tab algn="l" pos="0"/>
              </a:tabLst>
            </a:pPr>
            <a:endParaRPr b="0" lang="en-US" sz="1800" strike="noStrike" u="none">
              <a:solidFill>
                <a:srgbClr val="000000"/>
              </a:solidFill>
              <a:effectLst/>
              <a:uFillTx/>
              <a:latin typeface="Arial"/>
            </a:endParaRPr>
          </a:p>
        </p:txBody>
      </p:sp>
      <p:sp>
        <p:nvSpPr>
          <p:cNvPr id="170" name="TextBox 3"/>
          <p:cNvSpPr/>
          <p:nvPr/>
        </p:nvSpPr>
        <p:spPr>
          <a:xfrm>
            <a:off x="511920" y="329040"/>
            <a:ext cx="786312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800" strike="noStrike" u="none">
                <a:solidFill>
                  <a:schemeClr val="dk1"/>
                </a:solidFill>
                <a:effectLst/>
                <a:uFillTx/>
                <a:latin typeface="Arial"/>
                <a:ea typeface="宋体"/>
              </a:rPr>
              <a:t>CONT.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72"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73" name="PlaceHolder 2"/>
          <p:cNvSpPr>
            <a:spLocks noGrp="1"/>
          </p:cNvSpPr>
          <p:nvPr>
            <p:ph/>
          </p:nvPr>
        </p:nvSpPr>
        <p:spPr>
          <a:xfrm>
            <a:off x="486360" y="815760"/>
            <a:ext cx="8199720" cy="5511240"/>
          </a:xfrm>
          <a:prstGeom prst="rect">
            <a:avLst/>
          </a:prstGeom>
          <a:noFill/>
          <a:ln w="9360">
            <a:noFill/>
          </a:ln>
        </p:spPr>
        <p:txBody>
          <a:bodyPr lIns="90000" rIns="90000" tIns="45000" bIns="45000" anchor="t">
            <a:noAutofit/>
          </a:bodyPr>
          <a:p>
            <a:pPr marL="343080" indent="-343080" defTabSz="914400">
              <a:lnSpc>
                <a:spcPct val="100000"/>
              </a:lnSpc>
              <a:spcBef>
                <a:spcPts val="281"/>
              </a:spcBef>
              <a:buClr>
                <a:srgbClr val="000000"/>
              </a:buClr>
              <a:buFont typeface="Symbol" charset="2"/>
              <a:buChar char=""/>
            </a:pPr>
            <a:r>
              <a:rPr b="1" lang="en-US" sz="1400" strike="noStrike" u="none">
                <a:solidFill>
                  <a:schemeClr val="dk1"/>
                </a:solidFill>
                <a:effectLst/>
                <a:uFillTx/>
                <a:latin typeface="Arial"/>
                <a:ea typeface="Arial"/>
              </a:rPr>
              <a:t>Adherence Reinforcement</a:t>
            </a:r>
            <a:r>
              <a:rPr b="0" lang="en-US" sz="1400" strike="noStrike" u="none">
                <a:solidFill>
                  <a:schemeClr val="dk1"/>
                </a:solidFill>
                <a:effectLst/>
                <a:uFillTx/>
                <a:latin typeface="Arial"/>
                <a:ea typeface="Arial"/>
              </a:rPr>
              <a: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AU" sz="1400" strike="noStrike" u="none">
                <a:solidFill>
                  <a:schemeClr val="dk1"/>
                </a:solidFill>
                <a:effectLst/>
                <a:uFillTx/>
                <a:latin typeface="Arial"/>
                <a:ea typeface="Arial"/>
              </a:rPr>
              <a:t>-Commended patient on excellent adherence and virologic suppression.</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AU" sz="1400" strike="noStrike" u="none">
                <a:solidFill>
                  <a:schemeClr val="dk1"/>
                </a:solidFill>
                <a:effectLst/>
                <a:uFillTx/>
                <a:latin typeface="Arial"/>
                <a:ea typeface="Arial"/>
              </a:rPr>
              <a:t>-Reiterated the importance of continued daily adherence for long-term health and to prevent resistance.</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AU" sz="1400" strike="noStrike" u="none">
                <a:solidFill>
                  <a:schemeClr val="dk1"/>
                </a:solidFill>
                <a:effectLst/>
                <a:uFillTx/>
                <a:latin typeface="Arial"/>
                <a:ea typeface="Arial"/>
              </a:rPr>
              <a:t>-Discussed strategies for maintaining adherence (e.g., linking to daily routines, reminders).</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Arial"/>
              <a:buChar char="•"/>
              <a:tabLst>
                <a:tab algn="l" pos="0"/>
              </a:tabLst>
            </a:pPr>
            <a:r>
              <a:rPr b="1" lang="en-AU" sz="1400" strike="noStrike" u="none">
                <a:solidFill>
                  <a:schemeClr val="dk1"/>
                </a:solidFill>
                <a:effectLst/>
                <a:uFillTx/>
                <a:latin typeface="Arial"/>
                <a:ea typeface="Arial"/>
              </a:rPr>
              <a:t>Side Effect Management &amp; Monitoring</a:t>
            </a:r>
            <a:r>
              <a:rPr b="0" lang="en-AU" sz="1400" strike="noStrike" u="none">
                <a:solidFill>
                  <a:schemeClr val="dk1"/>
                </a:solidFill>
                <a:effectLst/>
                <a:uFillTx/>
                <a:latin typeface="Arial"/>
                <a:ea typeface="Arial"/>
              </a:rPr>
              <a: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AU" sz="1400" strike="noStrike" u="none">
                <a:solidFill>
                  <a:schemeClr val="dk1"/>
                </a:solidFill>
                <a:effectLst/>
                <a:uFillTx/>
                <a:latin typeface="Arial"/>
                <a:ea typeface="Arial"/>
              </a:rPr>
              <a:t>-Proactively inquired about potential side effects (e.g., weight gain, renal concerns with TDF, neuropsychiatric effects with DTG), though patient reported none.</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AU" sz="1400" strike="noStrike" u="none">
                <a:solidFill>
                  <a:schemeClr val="dk1"/>
                </a:solidFill>
                <a:effectLst/>
                <a:uFillTx/>
                <a:latin typeface="Arial"/>
                <a:ea typeface="Arial"/>
              </a:rPr>
              <a:t>-Advised on healthy diet and exercise to mitigate potential long-term metabolic effects of ART.</a:t>
            </a:r>
            <a:endParaRPr b="0" lang="en-US" sz="1400" strike="noStrike" u="none">
              <a:solidFill>
                <a:srgbClr val="000000"/>
              </a:solidFill>
              <a:effectLst/>
              <a:uFillTx/>
              <a:latin typeface="Arial"/>
            </a:endParaRPr>
          </a:p>
          <a:p>
            <a:pPr marL="343080" indent="-343080" defTabSz="914400">
              <a:lnSpc>
                <a:spcPct val="100000"/>
              </a:lnSpc>
              <a:spcBef>
                <a:spcPts val="281"/>
              </a:spcBef>
              <a:buClr>
                <a:srgbClr val="000000"/>
              </a:buClr>
              <a:buFont typeface="Arial"/>
              <a:buChar char="•"/>
              <a:tabLst>
                <a:tab algn="l" pos="0"/>
              </a:tabLst>
            </a:pPr>
            <a:r>
              <a:rPr b="1" lang="en-GB" sz="1400" strike="noStrike" u="none">
                <a:solidFill>
                  <a:schemeClr val="dk1"/>
                </a:solidFill>
                <a:effectLst/>
                <a:uFillTx/>
                <a:latin typeface="Arial"/>
                <a:ea typeface="Arial"/>
              </a:rPr>
              <a:t>Drug-Drug Interaction Screening:</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-Reviewed patient's current medications (including over-the-counter and supplements) for potential interactions with TLD.</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-Counseled on avoiding co-administration of certain antacids/supplements with DTG.</a:t>
            </a:r>
            <a:endParaRPr b="0" lang="en-US" sz="1400" strike="noStrike" u="none">
              <a:solidFill>
                <a:srgbClr val="000000"/>
              </a:solidFill>
              <a:effectLst/>
              <a:uFillTx/>
              <a:latin typeface="Arial"/>
            </a:endParaRPr>
          </a:p>
          <a:p>
            <a:pPr marL="285840" indent="-285840" defTabSz="914400">
              <a:lnSpc>
                <a:spcPct val="100000"/>
              </a:lnSpc>
              <a:spcBef>
                <a:spcPts val="281"/>
              </a:spcBef>
              <a:buClr>
                <a:srgbClr val="000000"/>
              </a:buClr>
              <a:buFont typeface="Arial"/>
              <a:buChar char="•"/>
              <a:tabLst>
                <a:tab algn="l" pos="0"/>
              </a:tabLst>
            </a:pPr>
            <a:r>
              <a:rPr b="1" lang="en-GB" sz="1400" strike="noStrike" u="none">
                <a:solidFill>
                  <a:schemeClr val="dk1"/>
                </a:solidFill>
                <a:effectLst/>
                <a:uFillTx/>
                <a:latin typeface="Arial"/>
                <a:ea typeface="Arial"/>
              </a:rPr>
              <a:t>Comorbidity Screening &amp; Prevention:</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-Discussed the importance of regular health check-ups and screening for age-related comorbidities given long-term HIV management.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-Emphasized safer sex practices to prevent HIV transmission and acquisition of other STIs.</a:t>
            </a:r>
            <a:endParaRPr b="0" lang="en-US" sz="1400" strike="noStrike" u="none">
              <a:solidFill>
                <a:srgbClr val="000000"/>
              </a:solidFill>
              <a:effectLst/>
              <a:uFillTx/>
              <a:latin typeface="Arial"/>
            </a:endParaRPr>
          </a:p>
          <a:p>
            <a:pPr marL="285840" indent="-285840" defTabSz="914400">
              <a:lnSpc>
                <a:spcPct val="100000"/>
              </a:lnSpc>
              <a:spcBef>
                <a:spcPts val="281"/>
              </a:spcBef>
              <a:buClr>
                <a:srgbClr val="000000"/>
              </a:buClr>
              <a:buFont typeface="Arial"/>
              <a:buChar char="•"/>
              <a:tabLst>
                <a:tab algn="l" pos="0"/>
              </a:tabLst>
            </a:pPr>
            <a:r>
              <a:rPr b="1" lang="en-GB" sz="1400" strike="noStrike" u="none">
                <a:solidFill>
                  <a:schemeClr val="dk1"/>
                </a:solidFill>
                <a:effectLst/>
                <a:uFillTx/>
                <a:latin typeface="Arial"/>
                <a:ea typeface="Arial"/>
              </a:rPr>
              <a:t>Patient Empowerment:</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-Provided resources for support groups and mental health services if needed.</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r>
              <a:rPr b="0" lang="en-GB" sz="1400" strike="noStrike" u="none">
                <a:solidFill>
                  <a:schemeClr val="dk1"/>
                </a:solidFill>
                <a:effectLst/>
                <a:uFillTx/>
                <a:latin typeface="Arial"/>
                <a:ea typeface="Arial"/>
              </a:rPr>
              <a:t>Encouraged patient to be an active participant in their care.</a:t>
            </a:r>
            <a:endParaRPr b="0" lang="en-US" sz="1400" strike="noStrike" u="none">
              <a:solidFill>
                <a:srgbClr val="000000"/>
              </a:solidFill>
              <a:effectLst/>
              <a:uFillTx/>
              <a:latin typeface="Arial"/>
            </a:endParaRPr>
          </a:p>
          <a:p>
            <a:pPr indent="0" defTabSz="914400">
              <a:lnSpc>
                <a:spcPct val="100000"/>
              </a:lnSpc>
              <a:spcBef>
                <a:spcPts val="281"/>
              </a:spcBef>
              <a:buNone/>
              <a:tabLst>
                <a:tab algn="l" pos="0"/>
              </a:tabLst>
            </a:pPr>
            <a:endParaRPr b="0" lang="en-US" sz="1400" strike="noStrike" u="none">
              <a:solidFill>
                <a:srgbClr val="000000"/>
              </a:solidFill>
              <a:effectLst/>
              <a:uFillTx/>
              <a:latin typeface="Arial"/>
            </a:endParaRPr>
          </a:p>
        </p:txBody>
      </p:sp>
      <p:sp>
        <p:nvSpPr>
          <p:cNvPr id="174"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75" name="PlaceHolder 3"/>
          <p:cNvSpPr>
            <a:spLocks noGrp="1"/>
          </p:cNvSpPr>
          <p:nvPr>
            <p:ph type="sldNum" idx="55"/>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6BBC8C70-0F9C-46E3-A3A3-F488045B39D9}"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76" name="TextBox 6"/>
          <p:cNvSpPr/>
          <p:nvPr/>
        </p:nvSpPr>
        <p:spPr>
          <a:xfrm>
            <a:off x="247680" y="186120"/>
            <a:ext cx="8438400" cy="368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tabLst>
                <a:tab algn="l" pos="0"/>
              </a:tabLst>
            </a:pPr>
            <a:r>
              <a:rPr b="1" lang="en-US" sz="1800" strike="noStrike" u="none">
                <a:solidFill>
                  <a:schemeClr val="dk1"/>
                </a:solidFill>
                <a:effectLst/>
                <a:uFillTx/>
                <a:latin typeface="Arial"/>
                <a:ea typeface="宋体"/>
              </a:rPr>
              <a:t>Pharmacist's Interventions &amp; Pharmaceutical Care Issues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78" name="PlaceHolder 1"/>
          <p:cNvSpPr>
            <a:spLocks noGrp="1"/>
          </p:cNvSpPr>
          <p:nvPr>
            <p:ph type="title"/>
          </p:nvPr>
        </p:nvSpPr>
        <p:spPr>
          <a:xfrm>
            <a:off x="283320" y="136440"/>
            <a:ext cx="8228880" cy="832680"/>
          </a:xfrm>
          <a:prstGeom prst="rect">
            <a:avLst/>
          </a:prstGeom>
          <a:noFill/>
          <a:ln w="9360">
            <a:noFill/>
          </a:ln>
        </p:spPr>
        <p:txBody>
          <a:bodyPr lIns="90000" rIns="90000" tIns="45000" bIns="45000" anchor="ctr">
            <a:noAutofit/>
          </a:bodyPr>
          <a:p>
            <a:pPr indent="0" algn="ctr" defTabSz="914400">
              <a:lnSpc>
                <a:spcPct val="100000"/>
              </a:lnSpc>
              <a:buNone/>
              <a:tabLst>
                <a:tab algn="l" pos="0"/>
              </a:tabLst>
            </a:pPr>
            <a:r>
              <a:rPr b="1" lang="en-US" sz="2800" strike="noStrike" u="none">
                <a:solidFill>
                  <a:schemeClr val="dk2"/>
                </a:solidFill>
                <a:effectLst/>
                <a:uFillTx/>
                <a:latin typeface="Arial"/>
                <a:ea typeface="Arial"/>
              </a:rPr>
              <a:t>Key Takeaways,Conclusion &amp; Q&amp;A</a:t>
            </a:r>
            <a:endParaRPr b="0" lang="en-US" sz="2800" strike="noStrike" u="none">
              <a:solidFill>
                <a:srgbClr val="000000"/>
              </a:solidFill>
              <a:effectLst/>
              <a:uFillTx/>
              <a:latin typeface="Arial"/>
            </a:endParaRPr>
          </a:p>
        </p:txBody>
      </p:sp>
      <p:sp>
        <p:nvSpPr>
          <p:cNvPr id="179" name="TextBox 5"/>
          <p:cNvSpPr/>
          <p:nvPr/>
        </p:nvSpPr>
        <p:spPr>
          <a:xfrm>
            <a:off x="1691640" y="6505560"/>
            <a:ext cx="6408000" cy="30708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80" name="PlaceHolder 2"/>
          <p:cNvSpPr>
            <a:spLocks noGrp="1"/>
          </p:cNvSpPr>
          <p:nvPr>
            <p:ph type="sldNum" idx="56"/>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2C0089D6-4C15-43B5-86AA-6F1239F81894}"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
        <p:nvSpPr>
          <p:cNvPr id="181" name="Rectangle 4" descr="#wm#_a_02_210_120_b_2_1#clear#"/>
          <p:cNvSpPr/>
          <p:nvPr/>
        </p:nvSpPr>
        <p:spPr>
          <a:xfrm>
            <a:off x="548640" y="1316880"/>
            <a:ext cx="8137440" cy="4808880"/>
          </a:xfrm>
          <a:noFill/>
          <a:ln w="0">
            <a:noFill/>
          </a:ln>
        </p:spPr>
        <p:style>
          <a:lnRef idx="0"/>
          <a:fillRef idx="0"/>
          <a:effectRef idx="0"/>
          <a:fontRef idx="minor"/>
        </p:style>
        <p:txBody>
          <a:bodyPr lIns="90000" rIns="90000" tIns="45000" bIns="45000" anchor="t">
            <a:noAutofit/>
          </a:bodyPr>
          <a:p>
            <a:pPr marL="343080" indent="-343080" defTabSz="914400">
              <a:lnSpc>
                <a:spcPct val="100000"/>
              </a:lnSpc>
              <a:spcBef>
                <a:spcPts val="479"/>
              </a:spcBef>
              <a:buClr>
                <a:srgbClr val="000000"/>
              </a:buClr>
              <a:buFont typeface="Symbol" charset="2"/>
              <a:buChar char=""/>
            </a:pPr>
            <a:r>
              <a:rPr b="0" lang="en-GB" sz="2400" strike="noStrike" u="none">
                <a:solidFill>
                  <a:schemeClr val="dk1"/>
                </a:solidFill>
                <a:effectLst/>
                <a:uFillTx/>
                <a:latin typeface="Arial"/>
                <a:ea typeface="Arial"/>
              </a:rPr>
              <a:t>These case studies underscore the critical and diverse role of the pharmacist in optimizing patient outcomes across various clinical conditions.</a:t>
            </a:r>
            <a:endParaRPr b="0" lang="en-US" sz="2400" strike="noStrike" u="none">
              <a:solidFill>
                <a:srgbClr val="000000"/>
              </a:solidFill>
              <a:effectLst/>
              <a:uFillTx/>
              <a:latin typeface="Arial"/>
            </a:endParaRPr>
          </a:p>
          <a:p>
            <a:pPr marL="343080" indent="-343080" defTabSz="914400">
              <a:lnSpc>
                <a:spcPct val="100000"/>
              </a:lnSpc>
              <a:spcBef>
                <a:spcPts val="479"/>
              </a:spcBef>
              <a:buClr>
                <a:srgbClr val="000000"/>
              </a:buClr>
              <a:buFont typeface="Symbol" charset="2"/>
              <a:buChar char=""/>
            </a:pPr>
            <a:r>
              <a:rPr b="0" lang="en-GB" sz="2400" strike="noStrike" u="none">
                <a:solidFill>
                  <a:schemeClr val="dk1"/>
                </a:solidFill>
                <a:effectLst/>
                <a:uFillTx/>
                <a:latin typeface="Arial"/>
                <a:ea typeface="Arial"/>
              </a:rPr>
              <a:t>Pharmacists contribute significantly through expert drug selection, dose optimization, drug interaction management, and adverse effect monitoring.</a:t>
            </a:r>
            <a:endParaRPr b="0" lang="en-US" sz="2400" strike="noStrike" u="none">
              <a:solidFill>
                <a:srgbClr val="000000"/>
              </a:solidFill>
              <a:effectLst/>
              <a:uFillTx/>
              <a:latin typeface="Arial"/>
            </a:endParaRPr>
          </a:p>
          <a:p>
            <a:pPr marL="343080" indent="-343080" defTabSz="914400">
              <a:lnSpc>
                <a:spcPct val="100000"/>
              </a:lnSpc>
              <a:spcBef>
                <a:spcPts val="479"/>
              </a:spcBef>
              <a:buClr>
                <a:srgbClr val="000000"/>
              </a:buClr>
              <a:buFont typeface="Symbol" charset="2"/>
              <a:buChar char=""/>
            </a:pPr>
            <a:r>
              <a:rPr b="0" lang="en-GB" sz="2400" strike="noStrike" u="none">
                <a:solidFill>
                  <a:schemeClr val="dk1"/>
                </a:solidFill>
                <a:effectLst/>
                <a:uFillTx/>
                <a:latin typeface="Arial"/>
                <a:ea typeface="Arial"/>
              </a:rPr>
              <a:t>Comprehensive patient education and adherence counseling are paramount for successful therapy, especially in complex and chronic diseases.</a:t>
            </a:r>
            <a:endParaRPr b="0" lang="en-US" sz="2400" strike="noStrike" u="none">
              <a:solidFill>
                <a:srgbClr val="000000"/>
              </a:solidFill>
              <a:effectLst/>
              <a:uFillTx/>
              <a:latin typeface="Arial"/>
            </a:endParaRPr>
          </a:p>
          <a:p>
            <a:pPr marL="343080" indent="-343080" defTabSz="914400">
              <a:lnSpc>
                <a:spcPct val="100000"/>
              </a:lnSpc>
              <a:spcBef>
                <a:spcPts val="479"/>
              </a:spcBef>
              <a:buClr>
                <a:srgbClr val="000000"/>
              </a:buClr>
              <a:buFont typeface="Symbol" charset="2"/>
              <a:buChar char=""/>
            </a:pPr>
            <a:r>
              <a:rPr b="0" lang="en-GB" sz="2400" strike="noStrike" u="none">
                <a:solidFill>
                  <a:schemeClr val="dk1"/>
                </a:solidFill>
                <a:effectLst/>
                <a:uFillTx/>
                <a:latin typeface="Arial"/>
                <a:ea typeface="Arial"/>
              </a:rPr>
              <a:t>Integrated pharmaceutical care, addressing both acute and chronic aspects of disease, is essential for improving public health.</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ksoSlideStyle" hidden="1" descr="#wm#_a_02_210_120"/>
          <p:cNvSpPr/>
          <p:nvPr/>
        </p:nvSpPr>
        <p:spPr>
          <a:xfrm>
            <a:off x="0" y="0"/>
            <a:ext cx="11880" cy="11880"/>
          </a:xfrm>
          <a:prstGeom prst="rect">
            <a:avLst/>
          </a:prstGeom>
          <a:solidFill>
            <a:schemeClr val="accent1"/>
          </a:solidFill>
          <a:ln w="9525">
            <a:solidFill>
              <a:srgbClr val="000000"/>
            </a:solidFill>
            <a:miter/>
          </a:ln>
        </p:spPr>
        <p:style>
          <a:lnRef idx="0"/>
          <a:fillRef idx="0"/>
          <a:effectRef idx="0"/>
          <a:fontRef idx="minor"/>
        </p:style>
        <p:txBody>
          <a:bodyPr lIns="90000" rIns="90000" tIns="-32400" bIns="-32400" anchor="t">
            <a:noAutofit/>
          </a:bodyPr>
          <a:p>
            <a:pPr defTabSz="914400">
              <a:lnSpc>
                <a:spcPct val="100000"/>
              </a:lnSpc>
              <a:tabLst>
                <a:tab algn="l" pos="0"/>
              </a:tabLst>
            </a:pPr>
            <a:endParaRPr b="0" lang="en-US" sz="1800" strike="noStrike" u="none">
              <a:solidFill>
                <a:schemeClr val="dk1"/>
              </a:solidFill>
              <a:effectLst/>
              <a:uFillTx/>
              <a:latin typeface="Arial"/>
              <a:ea typeface="宋体"/>
            </a:endParaRPr>
          </a:p>
        </p:txBody>
      </p:sp>
      <p:sp>
        <p:nvSpPr>
          <p:cNvPr id="183" name="PlaceHolder 1"/>
          <p:cNvSpPr>
            <a:spLocks noGrp="1"/>
          </p:cNvSpPr>
          <p:nvPr>
            <p:ph type="title"/>
          </p:nvPr>
        </p:nvSpPr>
        <p:spPr>
          <a:xfrm>
            <a:off x="457200" y="274680"/>
            <a:ext cx="8228880" cy="1142280"/>
          </a:xfrm>
          <a:prstGeom prst="rect">
            <a:avLst/>
          </a:prstGeom>
          <a:noFill/>
          <a:ln w="9360">
            <a:noFill/>
          </a:ln>
        </p:spPr>
        <p:txBody>
          <a:bodyPr lIns="90000" rIns="90000" tIns="45000" bIns="45000" anchor="ctr">
            <a:noAutofit/>
          </a:bodyPr>
          <a:p>
            <a:pPr indent="0" algn="just" defTabSz="914400">
              <a:lnSpc>
                <a:spcPct val="100000"/>
              </a:lnSpc>
              <a:buNone/>
              <a:tabLst>
                <a:tab algn="l" pos="0"/>
              </a:tabLst>
            </a:pPr>
            <a:r>
              <a:rPr b="1" lang="en-US" sz="2000" strike="noStrike" u="none">
                <a:solidFill>
                  <a:schemeClr val="dk2"/>
                </a:solidFill>
                <a:effectLst/>
                <a:uFillTx/>
                <a:latin typeface="Arial"/>
                <a:ea typeface="Arial"/>
              </a:rPr>
              <a:t>.</a:t>
            </a:r>
            <a:br>
              <a:rPr sz="2000"/>
            </a:br>
            <a:endParaRPr b="0" lang="en-US" sz="2000" strike="noStrike" u="none">
              <a:solidFill>
                <a:srgbClr val="000000"/>
              </a:solidFill>
              <a:effectLst/>
              <a:uFillTx/>
              <a:latin typeface="Arial"/>
            </a:endParaRPr>
          </a:p>
        </p:txBody>
      </p:sp>
      <p:sp>
        <p:nvSpPr>
          <p:cNvPr id="184" name="PlaceHolder 2"/>
          <p:cNvSpPr>
            <a:spLocks noGrp="1"/>
          </p:cNvSpPr>
          <p:nvPr>
            <p:ph/>
          </p:nvPr>
        </p:nvSpPr>
        <p:spPr>
          <a:xfrm>
            <a:off x="510480" y="1600200"/>
            <a:ext cx="8175600" cy="4525560"/>
          </a:xfrm>
          <a:prstGeom prst="rect">
            <a:avLst/>
          </a:prstGeom>
          <a:noFill/>
          <a:ln w="9360">
            <a:noFill/>
          </a:ln>
        </p:spPr>
        <p:txBody>
          <a:bodyPr lIns="90000" rIns="90000" tIns="45000" bIns="45000" anchor="t">
            <a:noAutofit/>
          </a:bodyPr>
          <a:p>
            <a:pPr indent="0" algn="ctr" defTabSz="914400">
              <a:lnSpc>
                <a:spcPct val="100000"/>
              </a:lnSpc>
              <a:spcBef>
                <a:spcPts val="561"/>
              </a:spcBef>
              <a:buNone/>
              <a:tabLst>
                <a:tab algn="l" pos="0"/>
              </a:tabLst>
            </a:pPr>
            <a:r>
              <a:rPr b="0" lang="en-AU" sz="2800" strike="noStrike" u="none">
                <a:solidFill>
                  <a:schemeClr val="dk1"/>
                </a:solidFill>
                <a:effectLst/>
                <a:uFillTx/>
                <a:latin typeface="Arial"/>
                <a:ea typeface="Arial"/>
              </a:rPr>
              <a:t>“</a:t>
            </a:r>
            <a:r>
              <a:rPr b="1" lang="en-AU" sz="2800" strike="noStrike" u="none">
                <a:solidFill>
                  <a:schemeClr val="dk1"/>
                </a:solidFill>
                <a:effectLst/>
                <a:uFillTx/>
                <a:latin typeface="Arial"/>
                <a:ea typeface="Arial"/>
              </a:rPr>
              <a:t>Thank you for your attention."</a:t>
            </a:r>
            <a:endParaRPr b="0" lang="en-US" sz="2800" strike="noStrike" u="none">
              <a:solidFill>
                <a:srgbClr val="000000"/>
              </a:solidFill>
              <a:effectLst/>
              <a:uFillTx/>
              <a:latin typeface="Arial"/>
            </a:endParaRPr>
          </a:p>
          <a:p>
            <a:pPr indent="0" algn="ctr" defTabSz="914400">
              <a:lnSpc>
                <a:spcPct val="100000"/>
              </a:lnSpc>
              <a:spcBef>
                <a:spcPts val="561"/>
              </a:spcBef>
              <a:buNone/>
              <a:tabLst>
                <a:tab algn="l" pos="0"/>
              </a:tabLst>
            </a:pPr>
            <a:endParaRPr b="0" lang="en-US" sz="2800" strike="noStrike" u="none">
              <a:solidFill>
                <a:srgbClr val="000000"/>
              </a:solidFill>
              <a:effectLst/>
              <a:uFillTx/>
              <a:latin typeface="Arial"/>
            </a:endParaRPr>
          </a:p>
          <a:p>
            <a:pPr indent="0" algn="ctr" defTabSz="914400">
              <a:lnSpc>
                <a:spcPct val="100000"/>
              </a:lnSpc>
              <a:spcBef>
                <a:spcPts val="561"/>
              </a:spcBef>
              <a:buNone/>
              <a:tabLst>
                <a:tab algn="l" pos="0"/>
              </a:tabLst>
            </a:pPr>
            <a:endParaRPr b="0" lang="en-US" sz="2800" strike="noStrike" u="none">
              <a:solidFill>
                <a:srgbClr val="000000"/>
              </a:solidFill>
              <a:effectLst/>
              <a:uFillTx/>
              <a:latin typeface="Arial"/>
            </a:endParaRPr>
          </a:p>
          <a:p>
            <a:pPr indent="0" algn="ctr" defTabSz="914400">
              <a:lnSpc>
                <a:spcPct val="100000"/>
              </a:lnSpc>
              <a:spcBef>
                <a:spcPts val="561"/>
              </a:spcBef>
              <a:buNone/>
              <a:tabLst>
                <a:tab algn="l" pos="0"/>
              </a:tabLst>
            </a:pPr>
            <a:r>
              <a:rPr b="1" lang="en-AU" sz="2800" strike="noStrike" u="none">
                <a:solidFill>
                  <a:schemeClr val="dk1"/>
                </a:solidFill>
                <a:effectLst/>
                <a:uFillTx/>
                <a:latin typeface="Arial"/>
                <a:ea typeface="Arial"/>
              </a:rPr>
              <a:t>"Questions?"</a:t>
            </a:r>
            <a:endParaRPr b="0" lang="en-US" sz="2800" strike="noStrike" u="none">
              <a:solidFill>
                <a:srgbClr val="000000"/>
              </a:solidFill>
              <a:effectLst/>
              <a:uFillTx/>
              <a:latin typeface="Arial"/>
            </a:endParaRPr>
          </a:p>
          <a:p>
            <a:pPr indent="0" algn="ctr" defTabSz="914400">
              <a:lnSpc>
                <a:spcPct val="100000"/>
              </a:lnSpc>
              <a:spcBef>
                <a:spcPts val="561"/>
              </a:spcBef>
              <a:buNone/>
              <a:tabLst>
                <a:tab algn="l" pos="0"/>
              </a:tabLst>
            </a:pPr>
            <a:endParaRPr b="0" lang="en-US" sz="2800" strike="noStrike" u="none">
              <a:solidFill>
                <a:srgbClr val="000000"/>
              </a:solidFill>
              <a:effectLst/>
              <a:uFillTx/>
              <a:latin typeface="Arial"/>
            </a:endParaRPr>
          </a:p>
          <a:p>
            <a:pPr indent="0" defTabSz="914400">
              <a:lnSpc>
                <a:spcPct val="100000"/>
              </a:lnSpc>
              <a:spcBef>
                <a:spcPts val="561"/>
              </a:spcBef>
              <a:buNone/>
              <a:tabLst>
                <a:tab algn="l" pos="0"/>
              </a:tabLst>
            </a:pPr>
            <a:endParaRPr b="0" lang="en-US" sz="2800" strike="noStrike" u="none">
              <a:solidFill>
                <a:srgbClr val="000000"/>
              </a:solidFill>
              <a:effectLst/>
              <a:uFillTx/>
              <a:latin typeface="Arial"/>
            </a:endParaRPr>
          </a:p>
        </p:txBody>
      </p:sp>
      <p:sp>
        <p:nvSpPr>
          <p:cNvPr id="185" name="TextBox 5"/>
          <p:cNvSpPr/>
          <p:nvPr/>
        </p:nvSpPr>
        <p:spPr>
          <a:xfrm>
            <a:off x="1691640" y="6505560"/>
            <a:ext cx="6408000" cy="303120"/>
          </a:xfrm>
          <a:prstGeom prst="rect">
            <a:avLst/>
          </a:prstGeom>
          <a:solidFill>
            <a:schemeClr val="tx1">
              <a:lumMod val="65000"/>
              <a:lumOff val="35000"/>
            </a:schemeClr>
          </a:solidFill>
          <a:ln w="6350">
            <a:solidFill>
              <a:srgbClr val="00b0f0"/>
            </a:solidFill>
            <a:round/>
          </a:ln>
        </p:spPr>
        <p:style>
          <a:lnRef idx="0"/>
          <a:fillRef idx="0"/>
          <a:effectRef idx="0"/>
          <a:fontRef idx="minor"/>
        </p:style>
        <p:txBody>
          <a:bodyPr lIns="90000" rIns="90000" tIns="45000" bIns="45000" anchor="t">
            <a:spAutoFit/>
          </a:bodyPr>
          <a:p>
            <a:pPr defTabSz="914400">
              <a:lnSpc>
                <a:spcPct val="100000"/>
              </a:lnSpc>
              <a:tabLst>
                <a:tab algn="l" pos="0"/>
              </a:tabLst>
            </a:pPr>
            <a:r>
              <a:rPr b="0" lang="en-US" sz="1400" strike="noStrike" u="none">
                <a:solidFill>
                  <a:schemeClr val="dk1"/>
                </a:solidFill>
                <a:effectLst/>
                <a:uFillTx/>
                <a:latin typeface="Times New Roman"/>
                <a:ea typeface="宋体"/>
              </a:rPr>
              <a:t>WEST AFRICAN  POST GRADUATE COLLEGE OF PHARMACISTS</a:t>
            </a:r>
            <a:endParaRPr b="0" lang="en-US" sz="1400" strike="noStrike" u="none">
              <a:solidFill>
                <a:srgbClr val="ffffff"/>
              </a:solidFill>
              <a:effectLst/>
              <a:uFillTx/>
              <a:latin typeface="Arial"/>
            </a:endParaRPr>
          </a:p>
        </p:txBody>
      </p:sp>
      <p:sp>
        <p:nvSpPr>
          <p:cNvPr id="186" name="PlaceHolder 3"/>
          <p:cNvSpPr>
            <a:spLocks noGrp="1"/>
          </p:cNvSpPr>
          <p:nvPr>
            <p:ph type="sldNum" idx="57"/>
          </p:nvPr>
        </p:nvSpPr>
        <p:spPr>
          <a:xfrm>
            <a:off x="6553080" y="6245280"/>
            <a:ext cx="2133000" cy="475560"/>
          </a:xfrm>
          <a:prstGeom prst="rect">
            <a:avLst/>
          </a:prstGeom>
          <a:noFill/>
          <a:ln w="9360">
            <a:noFill/>
          </a:ln>
        </p:spPr>
        <p:txBody>
          <a:bodyPr lIns="90000" rIns="90000" tIns="45000" bIns="45000" anchor="t">
            <a:noAutofit/>
          </a:bodyPr>
          <a:lstStyle>
            <a:lvl1pPr indent="0" algn="r" defTabSz="914400">
              <a:lnSpc>
                <a:spcPct val="100000"/>
              </a:lnSpc>
              <a:buNone/>
              <a:tabLst>
                <a:tab algn="l" pos="0"/>
              </a:tabLst>
              <a:defRPr b="0" lang="en-US" sz="1400" strike="noStrike" u="none">
                <a:solidFill>
                  <a:schemeClr val="dk1"/>
                </a:solidFill>
                <a:effectLst/>
                <a:uFillTx/>
                <a:latin typeface="Arial"/>
                <a:ea typeface="宋体"/>
              </a:defRPr>
            </a:lvl1pPr>
          </a:lstStyle>
          <a:p>
            <a:pPr indent="0" algn="r" defTabSz="914400">
              <a:lnSpc>
                <a:spcPct val="100000"/>
              </a:lnSpc>
              <a:buNone/>
              <a:tabLst>
                <a:tab algn="l" pos="0"/>
              </a:tabLst>
            </a:pPr>
            <a:fld id="{503BBBA0-2516-4107-B298-F598B7FCF2F7}" type="slidenum">
              <a:rPr b="0" lang="en-US" sz="1400" strike="noStrike" u="none">
                <a:solidFill>
                  <a:schemeClr val="dk1"/>
                </a:solidFill>
                <a:effectLst/>
                <a:uFillTx/>
                <a:latin typeface="Arial"/>
                <a:ea typeface="宋体"/>
              </a:rPr>
              <a:t>&lt;number&gt;</a:t>
            </a:fld>
            <a:endParaRPr b="0" lang="en-US" sz="1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pitchFamily="0" charset="1"/>
        <a:ea typeface="Arial" pitchFamily="0" charset="1"/>
        <a:cs typeface=""/>
      </a:majorFont>
      <a:minorFont>
        <a:latin typeface="Arial" pitchFamily="0" charset="1"/>
        <a:ea typeface="Arial"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1639</TotalTime>
  <Application>LibreOffice/25.8.3.2$Linux_X86_64 LibreOffice_project/580$Build-2</Application>
  <AppVersion>15.0000</AppVersion>
  <Words>3824</Words>
  <Paragraphs>341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1900-01-01T00:00:00Z</dcterms:created>
  <dc:creator>iPhone</dc:creator>
  <dc:description/>
  <dc:language>en-US</dc:language>
  <cp:lastModifiedBy/>
  <dcterms:modified xsi:type="dcterms:W3CDTF">2025-11-19T10:13:21Z</dcterms:modified>
  <cp:revision>10</cp:revision>
  <dc:subject/>
  <dc:title>幻灯片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38D1510EBC484860C32005695884BC7C_31</vt:lpwstr>
  </property>
  <property fmtid="{D5CDD505-2E9C-101B-9397-08002B2CF9AE}" pid="3" name="KSOProductBuildVer">
    <vt:lpwstr>3081-11.37.01</vt:lpwstr>
  </property>
  <property fmtid="{D5CDD505-2E9C-101B-9397-08002B2CF9AE}" pid="4" name="Notes">
    <vt:i4>1</vt:i4>
  </property>
  <property fmtid="{D5CDD505-2E9C-101B-9397-08002B2CF9AE}" pid="5" name="PresentationFormat">
    <vt:lpwstr>On-screen Show (4:3)</vt:lpwstr>
  </property>
  <property fmtid="{D5CDD505-2E9C-101B-9397-08002B2CF9AE}" pid="6" name="Slides">
    <vt:i4>24</vt:i4>
  </property>
</Properties>
</file>